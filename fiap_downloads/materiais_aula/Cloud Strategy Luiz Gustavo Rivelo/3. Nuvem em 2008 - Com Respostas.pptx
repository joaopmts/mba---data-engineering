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  <p:sldMasterId id="2147483754" r:id="rId2"/>
  </p:sldMasterIdLst>
  <p:notesMasterIdLst>
    <p:notesMasterId r:id="rId21"/>
  </p:notesMasterIdLst>
  <p:handoutMasterIdLst>
    <p:handoutMasterId r:id="rId22"/>
  </p:handoutMasterIdLst>
  <p:sldIdLst>
    <p:sldId id="256" r:id="rId3"/>
    <p:sldId id="1661" r:id="rId4"/>
    <p:sldId id="1664" r:id="rId5"/>
    <p:sldId id="1750" r:id="rId6"/>
    <p:sldId id="1751" r:id="rId7"/>
    <p:sldId id="1737" r:id="rId8"/>
    <p:sldId id="1684" r:id="rId9"/>
    <p:sldId id="1667" r:id="rId10"/>
    <p:sldId id="1738" r:id="rId11"/>
    <p:sldId id="1739" r:id="rId12"/>
    <p:sldId id="1740" r:id="rId13"/>
    <p:sldId id="1749" r:id="rId14"/>
    <p:sldId id="1741" r:id="rId15"/>
    <p:sldId id="1742" r:id="rId16"/>
    <p:sldId id="1743" r:id="rId17"/>
    <p:sldId id="1744" r:id="rId18"/>
    <p:sldId id="1745" r:id="rId19"/>
    <p:sldId id="1752" r:id="rId2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C2565FF-9769-4724-AB94-47EB3EDF284A}">
          <p14:sldIdLst>
            <p14:sldId id="256"/>
            <p14:sldId id="1661"/>
            <p14:sldId id="1664"/>
            <p14:sldId id="1750"/>
            <p14:sldId id="1751"/>
            <p14:sldId id="1737"/>
            <p14:sldId id="1684"/>
            <p14:sldId id="1667"/>
            <p14:sldId id="1738"/>
            <p14:sldId id="1739"/>
            <p14:sldId id="1740"/>
            <p14:sldId id="1749"/>
            <p14:sldId id="1741"/>
            <p14:sldId id="1742"/>
            <p14:sldId id="1743"/>
            <p14:sldId id="1744"/>
            <p14:sldId id="1745"/>
            <p14:sldId id="17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">
          <p15:clr>
            <a:srgbClr val="A4A3A4"/>
          </p15:clr>
        </p15:guide>
        <p15:guide id="2" orient="horz" pos="663" userDrawn="1">
          <p15:clr>
            <a:srgbClr val="A4A3A4"/>
          </p15:clr>
        </p15:guide>
        <p15:guide id="3" pos="521" userDrawn="1">
          <p15:clr>
            <a:srgbClr val="A4A3A4"/>
          </p15:clr>
        </p15:guide>
        <p15:guide id="4" pos="492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uricio Arantes de Andrade" initials="MAdA" lastIdx="1" clrIdx="0"/>
  <p:cmAuthor id="1" name="Enock Godoy de Souza" initials="EGdS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00"/>
    <a:srgbClr val="0432FF"/>
    <a:srgbClr val="00467F"/>
    <a:srgbClr val="FFDC5B"/>
    <a:srgbClr val="3E3E3E"/>
    <a:srgbClr val="FFFFFF"/>
    <a:srgbClr val="487861"/>
    <a:srgbClr val="EAEDF4"/>
    <a:srgbClr val="8000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Estilo com Tema 2 - Ênfas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Estilo com Tema 2 - Ênfase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Estilo Médio 4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73" autoAdjust="0"/>
    <p:restoredTop sz="95396" autoAdjust="0"/>
  </p:normalViewPr>
  <p:slideViewPr>
    <p:cSldViewPr>
      <p:cViewPr varScale="1">
        <p:scale>
          <a:sx n="76" d="100"/>
          <a:sy n="76" d="100"/>
        </p:scale>
        <p:origin x="624" y="14"/>
      </p:cViewPr>
      <p:guideLst>
        <p:guide orient="horz" pos="164"/>
        <p:guide orient="horz" pos="663"/>
        <p:guide pos="521"/>
        <p:guide pos="4921"/>
      </p:guideLst>
    </p:cSldViewPr>
  </p:slideViewPr>
  <p:outlineViewPr>
    <p:cViewPr>
      <p:scale>
        <a:sx n="33" d="100"/>
        <a:sy n="33" d="100"/>
      </p:scale>
      <p:origin x="0" y="-211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812"/>
    </p:cViewPr>
  </p:sorterViewPr>
  <p:notesViewPr>
    <p:cSldViewPr>
      <p:cViewPr varScale="1">
        <p:scale>
          <a:sx n="69" d="100"/>
          <a:sy n="69" d="100"/>
        </p:scale>
        <p:origin x="308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523FA64-24F5-4D5F-9C22-0D7E6BFFE2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B7CBA41-669C-439B-B483-8B7B10EA1E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656D2C-0CCF-4617-9C62-BBD9C1759F76}" type="datetimeFigureOut">
              <a:rPr lang="pt-BR" smtClean="0"/>
              <a:t>17/08/2025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65EC37B-25F2-4255-8A9F-93E42BFD41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9A818AB-24AC-4BFB-98C5-E6AD708A59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EAFA0D-2E5B-4FDD-A629-A2873468B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0211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DF0A2-5339-41CF-BE05-8FF3DDE4ED77}" type="datetimeFigureOut">
              <a:rPr lang="pt-BR" smtClean="0"/>
              <a:pPr/>
              <a:t>17/08/2025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772D1-CC39-4655-A0B2-6EFE511C2A9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829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6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7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9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57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996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98">
                <a:solidFill>
                  <a:schemeClr val="tx1">
                    <a:tint val="75000"/>
                  </a:schemeClr>
                </a:solidFill>
              </a:defRPr>
            </a:lvl1pPr>
            <a:lvl2pPr marL="456531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2pPr>
            <a:lvl3pPr marL="913067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69599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4pPr>
            <a:lvl5pPr marL="1826133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5pPr>
            <a:lvl6pPr marL="2282665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6pPr>
            <a:lvl7pPr marL="2739199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7pPr>
            <a:lvl8pPr marL="3195733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8pPr>
            <a:lvl9pPr marL="3652267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1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4"/>
          </a:xfrm>
          <a:prstGeom prst="rect">
            <a:avLst/>
          </a:prstGeom>
        </p:spPr>
        <p:txBody>
          <a:bodyPr/>
          <a:lstStyle>
            <a:lvl1pPr>
              <a:defRPr sz="2797"/>
            </a:lvl1pPr>
            <a:lvl2pPr>
              <a:defRPr sz="2398"/>
            </a:lvl2pPr>
            <a:lvl3pPr>
              <a:defRPr sz="1998"/>
            </a:lvl3pPr>
            <a:lvl4pPr>
              <a:defRPr sz="1865"/>
            </a:lvl4pPr>
            <a:lvl5pPr>
              <a:defRPr sz="1865"/>
            </a:lvl5pPr>
            <a:lvl6pPr>
              <a:defRPr sz="1865"/>
            </a:lvl6pPr>
            <a:lvl7pPr>
              <a:defRPr sz="1865"/>
            </a:lvl7pPr>
            <a:lvl8pPr>
              <a:defRPr sz="1865"/>
            </a:lvl8pPr>
            <a:lvl9pPr>
              <a:defRPr sz="1865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4"/>
          </a:xfrm>
          <a:prstGeom prst="rect">
            <a:avLst/>
          </a:prstGeom>
        </p:spPr>
        <p:txBody>
          <a:bodyPr/>
          <a:lstStyle>
            <a:lvl1pPr>
              <a:defRPr sz="2797"/>
            </a:lvl1pPr>
            <a:lvl2pPr>
              <a:defRPr sz="2398"/>
            </a:lvl2pPr>
            <a:lvl3pPr>
              <a:defRPr sz="1998"/>
            </a:lvl3pPr>
            <a:lvl4pPr>
              <a:defRPr sz="1865"/>
            </a:lvl4pPr>
            <a:lvl5pPr>
              <a:defRPr sz="1865"/>
            </a:lvl5pPr>
            <a:lvl6pPr>
              <a:defRPr sz="1865"/>
            </a:lvl6pPr>
            <a:lvl7pPr>
              <a:defRPr sz="1865"/>
            </a:lvl7pPr>
            <a:lvl8pPr>
              <a:defRPr sz="1865"/>
            </a:lvl8pPr>
            <a:lvl9pPr>
              <a:defRPr sz="1865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898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98" b="1"/>
            </a:lvl1pPr>
            <a:lvl2pPr marL="456531" indent="0">
              <a:buNone/>
              <a:defRPr sz="1998" b="1"/>
            </a:lvl2pPr>
            <a:lvl3pPr marL="913067" indent="0">
              <a:buNone/>
              <a:defRPr sz="1865" b="1"/>
            </a:lvl3pPr>
            <a:lvl4pPr marL="1369599" indent="0">
              <a:buNone/>
              <a:defRPr sz="1599" b="1"/>
            </a:lvl4pPr>
            <a:lvl5pPr marL="1826133" indent="0">
              <a:buNone/>
              <a:defRPr sz="1599" b="1"/>
            </a:lvl5pPr>
            <a:lvl6pPr marL="2282665" indent="0">
              <a:buNone/>
              <a:defRPr sz="1599" b="1"/>
            </a:lvl6pPr>
            <a:lvl7pPr marL="2739199" indent="0">
              <a:buNone/>
              <a:defRPr sz="1599" b="1"/>
            </a:lvl7pPr>
            <a:lvl8pPr marL="3195733" indent="0">
              <a:buNone/>
              <a:defRPr sz="1599" b="1"/>
            </a:lvl8pPr>
            <a:lvl9pPr marL="3652267" indent="0">
              <a:buNone/>
              <a:defRPr sz="1599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3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398"/>
            </a:lvl1pPr>
            <a:lvl2pPr>
              <a:defRPr sz="1998"/>
            </a:lvl2pPr>
            <a:lvl3pPr>
              <a:defRPr sz="1865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4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98" b="1"/>
            </a:lvl1pPr>
            <a:lvl2pPr marL="456531" indent="0">
              <a:buNone/>
              <a:defRPr sz="1998" b="1"/>
            </a:lvl2pPr>
            <a:lvl3pPr marL="913067" indent="0">
              <a:buNone/>
              <a:defRPr sz="1865" b="1"/>
            </a:lvl3pPr>
            <a:lvl4pPr marL="1369599" indent="0">
              <a:buNone/>
              <a:defRPr sz="1599" b="1"/>
            </a:lvl4pPr>
            <a:lvl5pPr marL="1826133" indent="0">
              <a:buNone/>
              <a:defRPr sz="1599" b="1"/>
            </a:lvl5pPr>
            <a:lvl6pPr marL="2282665" indent="0">
              <a:buNone/>
              <a:defRPr sz="1599" b="1"/>
            </a:lvl6pPr>
            <a:lvl7pPr marL="2739199" indent="0">
              <a:buNone/>
              <a:defRPr sz="1599" b="1"/>
            </a:lvl7pPr>
            <a:lvl8pPr marL="3195733" indent="0">
              <a:buNone/>
              <a:defRPr sz="1599" b="1"/>
            </a:lvl8pPr>
            <a:lvl9pPr marL="3652267" indent="0">
              <a:buNone/>
              <a:defRPr sz="1599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4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398"/>
            </a:lvl1pPr>
            <a:lvl2pPr>
              <a:defRPr sz="1998"/>
            </a:lvl2pPr>
            <a:lvl3pPr>
              <a:defRPr sz="1865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254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24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99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9" y="273058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1998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8" y="273050"/>
            <a:ext cx="5111751" cy="5853113"/>
          </a:xfrm>
          <a:prstGeom prst="rect">
            <a:avLst/>
          </a:prstGeom>
        </p:spPr>
        <p:txBody>
          <a:bodyPr/>
          <a:lstStyle>
            <a:lvl1pPr>
              <a:defRPr sz="3197"/>
            </a:lvl1pPr>
            <a:lvl2pPr>
              <a:defRPr sz="2797"/>
            </a:lvl2pPr>
            <a:lvl3pPr>
              <a:defRPr sz="2398"/>
            </a:lvl3pPr>
            <a:lvl4pPr>
              <a:defRPr sz="1998"/>
            </a:lvl4pPr>
            <a:lvl5pPr>
              <a:defRPr sz="1998"/>
            </a:lvl5pPr>
            <a:lvl6pPr>
              <a:defRPr sz="1998"/>
            </a:lvl6pPr>
            <a:lvl7pPr>
              <a:defRPr sz="1998"/>
            </a:lvl7pPr>
            <a:lvl8pPr>
              <a:defRPr sz="1998"/>
            </a:lvl8pPr>
            <a:lvl9pPr>
              <a:defRPr sz="1998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9" y="1435109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5"/>
            </a:lvl1pPr>
            <a:lvl2pPr marL="456531" indent="0">
              <a:buNone/>
              <a:defRPr sz="1199"/>
            </a:lvl2pPr>
            <a:lvl3pPr marL="913067" indent="0">
              <a:buNone/>
              <a:defRPr sz="1066"/>
            </a:lvl3pPr>
            <a:lvl4pPr marL="1369599" indent="0">
              <a:buNone/>
              <a:defRPr sz="932"/>
            </a:lvl4pPr>
            <a:lvl5pPr marL="1826133" indent="0">
              <a:buNone/>
              <a:defRPr sz="932"/>
            </a:lvl5pPr>
            <a:lvl6pPr marL="2282665" indent="0">
              <a:buNone/>
              <a:defRPr sz="932"/>
            </a:lvl6pPr>
            <a:lvl7pPr marL="2739199" indent="0">
              <a:buNone/>
              <a:defRPr sz="932"/>
            </a:lvl7pPr>
            <a:lvl8pPr marL="3195733" indent="0">
              <a:buNone/>
              <a:defRPr sz="932"/>
            </a:lvl8pPr>
            <a:lvl9pPr marL="3652267" indent="0">
              <a:buNone/>
              <a:defRPr sz="932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833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998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97"/>
            </a:lvl1pPr>
            <a:lvl2pPr marL="456531" indent="0">
              <a:buNone/>
              <a:defRPr sz="2797"/>
            </a:lvl2pPr>
            <a:lvl3pPr marL="913067" indent="0">
              <a:buNone/>
              <a:defRPr sz="2398"/>
            </a:lvl3pPr>
            <a:lvl4pPr marL="1369599" indent="0">
              <a:buNone/>
              <a:defRPr sz="1998"/>
            </a:lvl4pPr>
            <a:lvl5pPr marL="1826133" indent="0">
              <a:buNone/>
              <a:defRPr sz="1998"/>
            </a:lvl5pPr>
            <a:lvl6pPr marL="2282665" indent="0">
              <a:buNone/>
              <a:defRPr sz="1998"/>
            </a:lvl6pPr>
            <a:lvl7pPr marL="2739199" indent="0">
              <a:buNone/>
              <a:defRPr sz="1998"/>
            </a:lvl7pPr>
            <a:lvl8pPr marL="3195733" indent="0">
              <a:buNone/>
              <a:defRPr sz="1998"/>
            </a:lvl8pPr>
            <a:lvl9pPr marL="3652267" indent="0">
              <a:buNone/>
              <a:defRPr sz="199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7"/>
            <a:ext cx="5486400" cy="804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5"/>
            </a:lvl1pPr>
            <a:lvl2pPr marL="456531" indent="0">
              <a:buNone/>
              <a:defRPr sz="1199"/>
            </a:lvl2pPr>
            <a:lvl3pPr marL="913067" indent="0">
              <a:buNone/>
              <a:defRPr sz="1066"/>
            </a:lvl3pPr>
            <a:lvl4pPr marL="1369599" indent="0">
              <a:buNone/>
              <a:defRPr sz="932"/>
            </a:lvl4pPr>
            <a:lvl5pPr marL="1826133" indent="0">
              <a:buNone/>
              <a:defRPr sz="932"/>
            </a:lvl5pPr>
            <a:lvl6pPr marL="2282665" indent="0">
              <a:buNone/>
              <a:defRPr sz="932"/>
            </a:lvl6pPr>
            <a:lvl7pPr marL="2739199" indent="0">
              <a:buNone/>
              <a:defRPr sz="932"/>
            </a:lvl7pPr>
            <a:lvl8pPr marL="3195733" indent="0">
              <a:buNone/>
              <a:defRPr sz="932"/>
            </a:lvl8pPr>
            <a:lvl9pPr marL="3652267" indent="0">
              <a:buNone/>
              <a:defRPr sz="932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63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96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7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214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+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6286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 userDrawn="1"/>
        </p:nvSpPr>
        <p:spPr>
          <a:xfrm>
            <a:off x="251520" y="116632"/>
            <a:ext cx="8640960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7211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450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3190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2817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6640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6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7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78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538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996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98">
                <a:solidFill>
                  <a:schemeClr val="tx1">
                    <a:tint val="75000"/>
                  </a:schemeClr>
                </a:solidFill>
              </a:defRPr>
            </a:lvl1pPr>
            <a:lvl2pPr marL="456531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2pPr>
            <a:lvl3pPr marL="913067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69599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4pPr>
            <a:lvl5pPr marL="1826133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5pPr>
            <a:lvl6pPr marL="2282665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6pPr>
            <a:lvl7pPr marL="2739199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7pPr>
            <a:lvl8pPr marL="3195733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8pPr>
            <a:lvl9pPr marL="3652267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243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4"/>
          </a:xfrm>
          <a:prstGeom prst="rect">
            <a:avLst/>
          </a:prstGeom>
        </p:spPr>
        <p:txBody>
          <a:bodyPr/>
          <a:lstStyle>
            <a:lvl1pPr>
              <a:defRPr sz="2797"/>
            </a:lvl1pPr>
            <a:lvl2pPr>
              <a:defRPr sz="2398"/>
            </a:lvl2pPr>
            <a:lvl3pPr>
              <a:defRPr sz="1998"/>
            </a:lvl3pPr>
            <a:lvl4pPr>
              <a:defRPr sz="1865"/>
            </a:lvl4pPr>
            <a:lvl5pPr>
              <a:defRPr sz="1865"/>
            </a:lvl5pPr>
            <a:lvl6pPr>
              <a:defRPr sz="1865"/>
            </a:lvl6pPr>
            <a:lvl7pPr>
              <a:defRPr sz="1865"/>
            </a:lvl7pPr>
            <a:lvl8pPr>
              <a:defRPr sz="1865"/>
            </a:lvl8pPr>
            <a:lvl9pPr>
              <a:defRPr sz="1865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4"/>
          </a:xfrm>
          <a:prstGeom prst="rect">
            <a:avLst/>
          </a:prstGeom>
        </p:spPr>
        <p:txBody>
          <a:bodyPr/>
          <a:lstStyle>
            <a:lvl1pPr>
              <a:defRPr sz="2797"/>
            </a:lvl1pPr>
            <a:lvl2pPr>
              <a:defRPr sz="2398"/>
            </a:lvl2pPr>
            <a:lvl3pPr>
              <a:defRPr sz="1998"/>
            </a:lvl3pPr>
            <a:lvl4pPr>
              <a:defRPr sz="1865"/>
            </a:lvl4pPr>
            <a:lvl5pPr>
              <a:defRPr sz="1865"/>
            </a:lvl5pPr>
            <a:lvl6pPr>
              <a:defRPr sz="1865"/>
            </a:lvl6pPr>
            <a:lvl7pPr>
              <a:defRPr sz="1865"/>
            </a:lvl7pPr>
            <a:lvl8pPr>
              <a:defRPr sz="1865"/>
            </a:lvl8pPr>
            <a:lvl9pPr>
              <a:defRPr sz="1865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63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98" b="1"/>
            </a:lvl1pPr>
            <a:lvl2pPr marL="456531" indent="0">
              <a:buNone/>
              <a:defRPr sz="1998" b="1"/>
            </a:lvl2pPr>
            <a:lvl3pPr marL="913067" indent="0">
              <a:buNone/>
              <a:defRPr sz="1865" b="1"/>
            </a:lvl3pPr>
            <a:lvl4pPr marL="1369599" indent="0">
              <a:buNone/>
              <a:defRPr sz="1599" b="1"/>
            </a:lvl4pPr>
            <a:lvl5pPr marL="1826133" indent="0">
              <a:buNone/>
              <a:defRPr sz="1599" b="1"/>
            </a:lvl5pPr>
            <a:lvl6pPr marL="2282665" indent="0">
              <a:buNone/>
              <a:defRPr sz="1599" b="1"/>
            </a:lvl6pPr>
            <a:lvl7pPr marL="2739199" indent="0">
              <a:buNone/>
              <a:defRPr sz="1599" b="1"/>
            </a:lvl7pPr>
            <a:lvl8pPr marL="3195733" indent="0">
              <a:buNone/>
              <a:defRPr sz="1599" b="1"/>
            </a:lvl8pPr>
            <a:lvl9pPr marL="3652267" indent="0">
              <a:buNone/>
              <a:defRPr sz="1599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3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398"/>
            </a:lvl1pPr>
            <a:lvl2pPr>
              <a:defRPr sz="1998"/>
            </a:lvl2pPr>
            <a:lvl3pPr>
              <a:defRPr sz="1865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4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98" b="1"/>
            </a:lvl1pPr>
            <a:lvl2pPr marL="456531" indent="0">
              <a:buNone/>
              <a:defRPr sz="1998" b="1"/>
            </a:lvl2pPr>
            <a:lvl3pPr marL="913067" indent="0">
              <a:buNone/>
              <a:defRPr sz="1865" b="1"/>
            </a:lvl3pPr>
            <a:lvl4pPr marL="1369599" indent="0">
              <a:buNone/>
              <a:defRPr sz="1599" b="1"/>
            </a:lvl4pPr>
            <a:lvl5pPr marL="1826133" indent="0">
              <a:buNone/>
              <a:defRPr sz="1599" b="1"/>
            </a:lvl5pPr>
            <a:lvl6pPr marL="2282665" indent="0">
              <a:buNone/>
              <a:defRPr sz="1599" b="1"/>
            </a:lvl6pPr>
            <a:lvl7pPr marL="2739199" indent="0">
              <a:buNone/>
              <a:defRPr sz="1599" b="1"/>
            </a:lvl7pPr>
            <a:lvl8pPr marL="3195733" indent="0">
              <a:buNone/>
              <a:defRPr sz="1599" b="1"/>
            </a:lvl8pPr>
            <a:lvl9pPr marL="3652267" indent="0">
              <a:buNone/>
              <a:defRPr sz="1599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4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398"/>
            </a:lvl1pPr>
            <a:lvl2pPr>
              <a:defRPr sz="1998"/>
            </a:lvl2pPr>
            <a:lvl3pPr>
              <a:defRPr sz="1865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080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309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266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9" y="273058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1998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8" y="273050"/>
            <a:ext cx="5111751" cy="5853113"/>
          </a:xfrm>
          <a:prstGeom prst="rect">
            <a:avLst/>
          </a:prstGeom>
        </p:spPr>
        <p:txBody>
          <a:bodyPr/>
          <a:lstStyle>
            <a:lvl1pPr>
              <a:defRPr sz="3197"/>
            </a:lvl1pPr>
            <a:lvl2pPr>
              <a:defRPr sz="2797"/>
            </a:lvl2pPr>
            <a:lvl3pPr>
              <a:defRPr sz="2398"/>
            </a:lvl3pPr>
            <a:lvl4pPr>
              <a:defRPr sz="1998"/>
            </a:lvl4pPr>
            <a:lvl5pPr>
              <a:defRPr sz="1998"/>
            </a:lvl5pPr>
            <a:lvl6pPr>
              <a:defRPr sz="1998"/>
            </a:lvl6pPr>
            <a:lvl7pPr>
              <a:defRPr sz="1998"/>
            </a:lvl7pPr>
            <a:lvl8pPr>
              <a:defRPr sz="1998"/>
            </a:lvl8pPr>
            <a:lvl9pPr>
              <a:defRPr sz="1998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9" y="1435109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5"/>
            </a:lvl1pPr>
            <a:lvl2pPr marL="456531" indent="0">
              <a:buNone/>
              <a:defRPr sz="1199"/>
            </a:lvl2pPr>
            <a:lvl3pPr marL="913067" indent="0">
              <a:buNone/>
              <a:defRPr sz="1066"/>
            </a:lvl3pPr>
            <a:lvl4pPr marL="1369599" indent="0">
              <a:buNone/>
              <a:defRPr sz="932"/>
            </a:lvl4pPr>
            <a:lvl5pPr marL="1826133" indent="0">
              <a:buNone/>
              <a:defRPr sz="932"/>
            </a:lvl5pPr>
            <a:lvl6pPr marL="2282665" indent="0">
              <a:buNone/>
              <a:defRPr sz="932"/>
            </a:lvl6pPr>
            <a:lvl7pPr marL="2739199" indent="0">
              <a:buNone/>
              <a:defRPr sz="932"/>
            </a:lvl7pPr>
            <a:lvl8pPr marL="3195733" indent="0">
              <a:buNone/>
              <a:defRPr sz="932"/>
            </a:lvl8pPr>
            <a:lvl9pPr marL="3652267" indent="0">
              <a:buNone/>
              <a:defRPr sz="932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194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998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97"/>
            </a:lvl1pPr>
            <a:lvl2pPr marL="456531" indent="0">
              <a:buNone/>
              <a:defRPr sz="2797"/>
            </a:lvl2pPr>
            <a:lvl3pPr marL="913067" indent="0">
              <a:buNone/>
              <a:defRPr sz="2398"/>
            </a:lvl3pPr>
            <a:lvl4pPr marL="1369599" indent="0">
              <a:buNone/>
              <a:defRPr sz="1998"/>
            </a:lvl4pPr>
            <a:lvl5pPr marL="1826133" indent="0">
              <a:buNone/>
              <a:defRPr sz="1998"/>
            </a:lvl5pPr>
            <a:lvl6pPr marL="2282665" indent="0">
              <a:buNone/>
              <a:defRPr sz="1998"/>
            </a:lvl6pPr>
            <a:lvl7pPr marL="2739199" indent="0">
              <a:buNone/>
              <a:defRPr sz="1998"/>
            </a:lvl7pPr>
            <a:lvl8pPr marL="3195733" indent="0">
              <a:buNone/>
              <a:defRPr sz="1998"/>
            </a:lvl8pPr>
            <a:lvl9pPr marL="3652267" indent="0">
              <a:buNone/>
              <a:defRPr sz="199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7"/>
            <a:ext cx="5486400" cy="804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5"/>
            </a:lvl1pPr>
            <a:lvl2pPr marL="456531" indent="0">
              <a:buNone/>
              <a:defRPr sz="1199"/>
            </a:lvl2pPr>
            <a:lvl3pPr marL="913067" indent="0">
              <a:buNone/>
              <a:defRPr sz="1066"/>
            </a:lvl3pPr>
            <a:lvl4pPr marL="1369599" indent="0">
              <a:buNone/>
              <a:defRPr sz="932"/>
            </a:lvl4pPr>
            <a:lvl5pPr marL="1826133" indent="0">
              <a:buNone/>
              <a:defRPr sz="932"/>
            </a:lvl5pPr>
            <a:lvl6pPr marL="2282665" indent="0">
              <a:buNone/>
              <a:defRPr sz="932"/>
            </a:lvl6pPr>
            <a:lvl7pPr marL="2739199" indent="0">
              <a:buNone/>
              <a:defRPr sz="932"/>
            </a:lvl7pPr>
            <a:lvl8pPr marL="3195733" indent="0">
              <a:buNone/>
              <a:defRPr sz="932"/>
            </a:lvl8pPr>
            <a:lvl9pPr marL="3652267" indent="0">
              <a:buNone/>
              <a:defRPr sz="932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3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96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6001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08B874B1-D9C3-694D-A4DA-18092E26C5F8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/>
          <a:lstStyle/>
          <a:p>
            <a:fld id="{3B555A39-F4FC-2F4C-BCD2-8F8E6BD4015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563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+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43202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 userDrawn="1"/>
        </p:nvSpPr>
        <p:spPr>
          <a:xfrm>
            <a:off x="251520" y="116632"/>
            <a:ext cx="8640960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569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9011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66322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9434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0988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3" descr="fiap_elemento2.png">
            <a:extLst>
              <a:ext uri="{FF2B5EF4-FFF2-40B4-BE49-F238E27FC236}">
                <a16:creationId xmlns:a16="http://schemas.microsoft.com/office/drawing/2014/main" id="{B74FEA52-8AAA-5240-B1A6-FCACC3B94265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676"/>
            <a:ext cx="12218725" cy="686667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68544" tIns="34272" rIns="68544" bIns="34272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4"/>
          </a:xfrm>
          <a:prstGeom prst="rect">
            <a:avLst/>
          </a:prstGeom>
        </p:spPr>
        <p:txBody>
          <a:bodyPr vert="horz" lIns="68544" tIns="34272" rIns="68544" bIns="34272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 vert="horz" lIns="68544" tIns="34272" rIns="68544" bIns="34272" rtlCol="0" anchor="ctr"/>
          <a:lstStyle>
            <a:lvl1pPr algn="l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3695D4-C2E3-524A-A154-E6036064930E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 vert="horz" lIns="68544" tIns="34272" rIns="68544" bIns="34272" rtlCol="0" anchor="ctr"/>
          <a:lstStyle>
            <a:lvl1pPr algn="ct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 vert="horz" lIns="68544" tIns="34272" rIns="68544" bIns="34272" rtlCol="0" anchor="ctr"/>
          <a:lstStyle>
            <a:lvl1pPr algn="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CFD00-10A0-8A42-BC0C-7FB4973ACCF2}" type="slidenum">
              <a:rPr lang="en-US" smtClean="0"/>
              <a:t>‹nº›</a:t>
            </a:fld>
            <a:endParaRPr lang="en-US"/>
          </a:p>
        </p:txBody>
      </p:sp>
      <p:pic>
        <p:nvPicPr>
          <p:cNvPr id="14" name="Picture 6" descr="fiap_elemento.png">
            <a:extLst>
              <a:ext uri="{FF2B5EF4-FFF2-40B4-BE49-F238E27FC236}">
                <a16:creationId xmlns:a16="http://schemas.microsoft.com/office/drawing/2014/main" id="{C1E630A5-46CA-6F40-9553-2DE522A78E9A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41588" y="-506113"/>
            <a:ext cx="13387731" cy="7523633"/>
          </a:xfrm>
          <a:prstGeom prst="rect">
            <a:avLst/>
          </a:prstGeom>
        </p:spPr>
      </p:pic>
      <p:grpSp>
        <p:nvGrpSpPr>
          <p:cNvPr id="13" name="Group 6">
            <a:extLst>
              <a:ext uri="{FF2B5EF4-FFF2-40B4-BE49-F238E27FC236}">
                <a16:creationId xmlns:a16="http://schemas.microsoft.com/office/drawing/2014/main" id="{C452967C-D1A9-D444-90CE-2CEEE008EA2C}"/>
              </a:ext>
            </a:extLst>
          </p:cNvPr>
          <p:cNvGrpSpPr/>
          <p:nvPr userDrawn="1"/>
        </p:nvGrpSpPr>
        <p:grpSpPr>
          <a:xfrm>
            <a:off x="7742520" y="198564"/>
            <a:ext cx="1179560" cy="185138"/>
            <a:chOff x="7919542" y="328894"/>
            <a:chExt cx="957000" cy="150345"/>
          </a:xfrm>
        </p:grpSpPr>
        <p:pic>
          <p:nvPicPr>
            <p:cNvPr id="15" name="Imagem 1">
              <a:extLst>
                <a:ext uri="{FF2B5EF4-FFF2-40B4-BE49-F238E27FC236}">
                  <a16:creationId xmlns:a16="http://schemas.microsoft.com/office/drawing/2014/main" id="{F7DA698C-E7F4-724B-B1B3-937C8D7B8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16" name="Picture 9" descr="mba.png">
              <a:extLst>
                <a:ext uri="{FF2B5EF4-FFF2-40B4-BE49-F238E27FC236}">
                  <a16:creationId xmlns:a16="http://schemas.microsoft.com/office/drawing/2014/main" id="{335E9A58-E6DE-9E42-A9CF-94622145E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1803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27" r:id="rId13"/>
    <p:sldLayoutId id="2147483739" r:id="rId14"/>
    <p:sldLayoutId id="2147483722" r:id="rId15"/>
    <p:sldLayoutId id="2147483723" r:id="rId16"/>
    <p:sldLayoutId id="2147483753" r:id="rId17"/>
  </p:sldLayoutIdLst>
  <p:txStyles>
    <p:titleStyle>
      <a:lvl1pPr algn="ctr" defTabSz="456531" rtl="0" eaLnBrk="1" latinLnBrk="0" hangingPunct="1">
        <a:spcBef>
          <a:spcPct val="0"/>
        </a:spcBef>
        <a:buNone/>
        <a:defRPr sz="43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402" indent="-342402" algn="l" defTabSz="456531" rtl="0" eaLnBrk="1" latinLnBrk="0" hangingPunct="1">
        <a:spcBef>
          <a:spcPct val="20000"/>
        </a:spcBef>
        <a:buFont typeface="Arial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1pPr>
      <a:lvl2pPr marL="741866" indent="-285334" algn="l" defTabSz="456531" rtl="0" eaLnBrk="1" latinLnBrk="0" hangingPunct="1">
        <a:spcBef>
          <a:spcPct val="20000"/>
        </a:spcBef>
        <a:buFont typeface="Arial"/>
        <a:buChar char="–"/>
        <a:defRPr sz="2797" kern="1200">
          <a:solidFill>
            <a:schemeClr val="tx1"/>
          </a:solidFill>
          <a:latin typeface="+mn-lt"/>
          <a:ea typeface="+mn-ea"/>
          <a:cs typeface="+mn-cs"/>
        </a:defRPr>
      </a:lvl2pPr>
      <a:lvl3pPr marL="1141335" indent="-228266" algn="l" defTabSz="456531" rtl="0" eaLnBrk="1" latinLnBrk="0" hangingPunct="1">
        <a:spcBef>
          <a:spcPct val="20000"/>
        </a:spcBef>
        <a:buFont typeface="Arial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597866" indent="-228266" algn="l" defTabSz="456531" rtl="0" eaLnBrk="1" latinLnBrk="0" hangingPunct="1">
        <a:spcBef>
          <a:spcPct val="20000"/>
        </a:spcBef>
        <a:buFont typeface="Arial"/>
        <a:buChar char="–"/>
        <a:defRPr sz="1998" kern="1200">
          <a:solidFill>
            <a:schemeClr val="tx1"/>
          </a:solidFill>
          <a:latin typeface="+mn-lt"/>
          <a:ea typeface="+mn-ea"/>
          <a:cs typeface="+mn-cs"/>
        </a:defRPr>
      </a:lvl4pPr>
      <a:lvl5pPr marL="2054398" indent="-228266" algn="l" defTabSz="456531" rtl="0" eaLnBrk="1" latinLnBrk="0" hangingPunct="1">
        <a:spcBef>
          <a:spcPct val="20000"/>
        </a:spcBef>
        <a:buFont typeface="Arial"/>
        <a:buChar char="»"/>
        <a:defRPr sz="1998" kern="1200">
          <a:solidFill>
            <a:schemeClr val="tx1"/>
          </a:solidFill>
          <a:latin typeface="+mn-lt"/>
          <a:ea typeface="+mn-ea"/>
          <a:cs typeface="+mn-cs"/>
        </a:defRPr>
      </a:lvl5pPr>
      <a:lvl6pPr marL="2510933" indent="-228266" algn="l" defTabSz="456531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6pPr>
      <a:lvl7pPr marL="2967466" indent="-228266" algn="l" defTabSz="456531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7pPr>
      <a:lvl8pPr marL="3424001" indent="-228266" algn="l" defTabSz="456531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8pPr>
      <a:lvl9pPr marL="3880531" indent="-228266" algn="l" defTabSz="456531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531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6531" algn="l" defTabSz="456531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3067" algn="l" defTabSz="456531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69599" algn="l" defTabSz="456531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6133" algn="l" defTabSz="456531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2665" algn="l" defTabSz="456531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39199" algn="l" defTabSz="456531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195733" algn="l" defTabSz="456531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2267" algn="l" defTabSz="456531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3" descr="fiap_elemento2.png">
            <a:extLst>
              <a:ext uri="{FF2B5EF4-FFF2-40B4-BE49-F238E27FC236}">
                <a16:creationId xmlns:a16="http://schemas.microsoft.com/office/drawing/2014/main" id="{B74FEA52-8AAA-5240-B1A6-FCACC3B94265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676"/>
            <a:ext cx="12218725" cy="686667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68544" tIns="34272" rIns="68544" bIns="34272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4"/>
          </a:xfrm>
          <a:prstGeom prst="rect">
            <a:avLst/>
          </a:prstGeom>
        </p:spPr>
        <p:txBody>
          <a:bodyPr vert="horz" lIns="68544" tIns="34272" rIns="68544" bIns="34272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 vert="horz" lIns="68544" tIns="34272" rIns="68544" bIns="34272" rtlCol="0" anchor="ctr"/>
          <a:lstStyle>
            <a:lvl1pPr algn="l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3695D4-C2E3-524A-A154-E6036064930E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 vert="horz" lIns="68544" tIns="34272" rIns="68544" bIns="34272" rtlCol="0" anchor="ctr"/>
          <a:lstStyle>
            <a:lvl1pPr algn="ct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 vert="horz" lIns="68544" tIns="34272" rIns="68544" bIns="34272" rtlCol="0" anchor="ctr"/>
          <a:lstStyle>
            <a:lvl1pPr algn="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CFD00-10A0-8A42-BC0C-7FB4973ACCF2}" type="slidenum">
              <a:rPr lang="en-US" smtClean="0"/>
              <a:t>‹nº›</a:t>
            </a:fld>
            <a:endParaRPr lang="en-US"/>
          </a:p>
        </p:txBody>
      </p:sp>
      <p:pic>
        <p:nvPicPr>
          <p:cNvPr id="14" name="Picture 6" descr="fiap_elemento.png">
            <a:extLst>
              <a:ext uri="{FF2B5EF4-FFF2-40B4-BE49-F238E27FC236}">
                <a16:creationId xmlns:a16="http://schemas.microsoft.com/office/drawing/2014/main" id="{C1E630A5-46CA-6F40-9553-2DE522A78E9A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41588" y="-506113"/>
            <a:ext cx="13387731" cy="7523633"/>
          </a:xfrm>
          <a:prstGeom prst="rect">
            <a:avLst/>
          </a:prstGeom>
        </p:spPr>
      </p:pic>
      <p:grpSp>
        <p:nvGrpSpPr>
          <p:cNvPr id="13" name="Group 6">
            <a:extLst>
              <a:ext uri="{FF2B5EF4-FFF2-40B4-BE49-F238E27FC236}">
                <a16:creationId xmlns:a16="http://schemas.microsoft.com/office/drawing/2014/main" id="{C452967C-D1A9-D444-90CE-2CEEE008EA2C}"/>
              </a:ext>
            </a:extLst>
          </p:cNvPr>
          <p:cNvGrpSpPr/>
          <p:nvPr userDrawn="1"/>
        </p:nvGrpSpPr>
        <p:grpSpPr>
          <a:xfrm>
            <a:off x="7742520" y="198564"/>
            <a:ext cx="1179560" cy="185138"/>
            <a:chOff x="7919542" y="328894"/>
            <a:chExt cx="957000" cy="150345"/>
          </a:xfrm>
        </p:grpSpPr>
        <p:pic>
          <p:nvPicPr>
            <p:cNvPr id="15" name="Imagem 1">
              <a:extLst>
                <a:ext uri="{FF2B5EF4-FFF2-40B4-BE49-F238E27FC236}">
                  <a16:creationId xmlns:a16="http://schemas.microsoft.com/office/drawing/2014/main" id="{F7DA698C-E7F4-724B-B1B3-937C8D7B8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16" name="Picture 9" descr="mba.png">
              <a:extLst>
                <a:ext uri="{FF2B5EF4-FFF2-40B4-BE49-F238E27FC236}">
                  <a16:creationId xmlns:a16="http://schemas.microsoft.com/office/drawing/2014/main" id="{335E9A58-E6DE-9E42-A9CF-94622145E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528348" y="6515410"/>
            <a:ext cx="461665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r">
              <a:defRPr/>
            </a:pPr>
            <a:fld id="{299A46A4-6914-446D-B469-1620D8A8E71C}" type="slidenum">
              <a:rPr lang="en-US" sz="1800" i="0">
                <a:latin typeface="+mj-lt"/>
              </a:rPr>
              <a:pPr algn="r">
                <a:defRPr/>
              </a:pPr>
              <a:t>‹nº›</a:t>
            </a:fld>
            <a:endParaRPr lang="en-US" sz="1800" i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81966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</p:sldLayoutIdLst>
  <p:txStyles>
    <p:titleStyle>
      <a:lvl1pPr algn="ctr" defTabSz="456531" rtl="0" eaLnBrk="1" latinLnBrk="0" hangingPunct="1">
        <a:spcBef>
          <a:spcPct val="0"/>
        </a:spcBef>
        <a:buNone/>
        <a:defRPr sz="43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402" indent="-342402" algn="l" defTabSz="456531" rtl="0" eaLnBrk="1" latinLnBrk="0" hangingPunct="1">
        <a:spcBef>
          <a:spcPct val="20000"/>
        </a:spcBef>
        <a:buFont typeface="Arial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1pPr>
      <a:lvl2pPr marL="741866" indent="-285334" algn="l" defTabSz="456531" rtl="0" eaLnBrk="1" latinLnBrk="0" hangingPunct="1">
        <a:spcBef>
          <a:spcPct val="20000"/>
        </a:spcBef>
        <a:buFont typeface="Arial"/>
        <a:buChar char="–"/>
        <a:defRPr sz="2797" kern="1200">
          <a:solidFill>
            <a:schemeClr val="tx1"/>
          </a:solidFill>
          <a:latin typeface="+mn-lt"/>
          <a:ea typeface="+mn-ea"/>
          <a:cs typeface="+mn-cs"/>
        </a:defRPr>
      </a:lvl2pPr>
      <a:lvl3pPr marL="1141335" indent="-228266" algn="l" defTabSz="456531" rtl="0" eaLnBrk="1" latinLnBrk="0" hangingPunct="1">
        <a:spcBef>
          <a:spcPct val="20000"/>
        </a:spcBef>
        <a:buFont typeface="Arial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597866" indent="-228266" algn="l" defTabSz="456531" rtl="0" eaLnBrk="1" latinLnBrk="0" hangingPunct="1">
        <a:spcBef>
          <a:spcPct val="20000"/>
        </a:spcBef>
        <a:buFont typeface="Arial"/>
        <a:buChar char="–"/>
        <a:defRPr sz="1998" kern="1200">
          <a:solidFill>
            <a:schemeClr val="tx1"/>
          </a:solidFill>
          <a:latin typeface="+mn-lt"/>
          <a:ea typeface="+mn-ea"/>
          <a:cs typeface="+mn-cs"/>
        </a:defRPr>
      </a:lvl4pPr>
      <a:lvl5pPr marL="2054398" indent="-228266" algn="l" defTabSz="456531" rtl="0" eaLnBrk="1" latinLnBrk="0" hangingPunct="1">
        <a:spcBef>
          <a:spcPct val="20000"/>
        </a:spcBef>
        <a:buFont typeface="Arial"/>
        <a:buChar char="»"/>
        <a:defRPr sz="1998" kern="1200">
          <a:solidFill>
            <a:schemeClr val="tx1"/>
          </a:solidFill>
          <a:latin typeface="+mn-lt"/>
          <a:ea typeface="+mn-ea"/>
          <a:cs typeface="+mn-cs"/>
        </a:defRPr>
      </a:lvl5pPr>
      <a:lvl6pPr marL="2510933" indent="-228266" algn="l" defTabSz="456531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6pPr>
      <a:lvl7pPr marL="2967466" indent="-228266" algn="l" defTabSz="456531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7pPr>
      <a:lvl8pPr marL="3424001" indent="-228266" algn="l" defTabSz="456531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8pPr>
      <a:lvl9pPr marL="3880531" indent="-228266" algn="l" defTabSz="456531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531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6531" algn="l" defTabSz="456531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3067" algn="l" defTabSz="456531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69599" algn="l" defTabSz="456531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6133" algn="l" defTabSz="456531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2665" algn="l" defTabSz="456531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39199" algn="l" defTabSz="456531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195733" algn="l" defTabSz="456531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2267" algn="l" defTabSz="456531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8wOUCVxRIc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" y="1"/>
            <a:ext cx="9135541" cy="6858001"/>
          </a:xfrm>
          <a:prstGeom prst="rect">
            <a:avLst/>
          </a:prstGeom>
        </p:spPr>
      </p:pic>
      <p:pic>
        <p:nvPicPr>
          <p:cNvPr id="4" name="Imagem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055" y="1356451"/>
            <a:ext cx="2409891" cy="6482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32" y="338330"/>
            <a:ext cx="8525938" cy="615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70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BBA6B-F3A9-BB95-8CB5-ADE7D60A0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173D-E274-AA3B-3D20-E59A6A1C1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620688"/>
            <a:ext cx="7272808" cy="1143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700" dirty="0"/>
              <a:t>Qual a expectativa da computação em nuvem em 2008?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6F54502-3CF6-D2FF-B403-04338C51DF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575"/>
          <a:stretch>
            <a:fillRect/>
          </a:stretch>
        </p:blipFill>
        <p:spPr>
          <a:xfrm>
            <a:off x="1547664" y="1896900"/>
            <a:ext cx="6048672" cy="3722023"/>
          </a:xfrm>
          <a:prstGeom prst="rect">
            <a:avLst/>
          </a:prstGeom>
          <a:noFill/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E11962F-99F3-A758-BD7B-838732BA1D18}"/>
              </a:ext>
            </a:extLst>
          </p:cNvPr>
          <p:cNvSpPr txBox="1"/>
          <p:nvPr/>
        </p:nvSpPr>
        <p:spPr>
          <a:xfrm>
            <a:off x="1547664" y="5712422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Jornal da globo a Revolução da Computação em Nuvem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8524109-8090-79B3-15B8-187BC28F1B4E}"/>
              </a:ext>
            </a:extLst>
          </p:cNvPr>
          <p:cNvSpPr txBox="1"/>
          <p:nvPr/>
        </p:nvSpPr>
        <p:spPr>
          <a:xfrm>
            <a:off x="3707904" y="6488668"/>
            <a:ext cx="576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Jornal da globo a Revolução da Computação em Nuvem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3474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AD0AA-4ED7-6A74-3CD7-4B6A09F5E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F2DB1-5157-D749-5298-147C923C1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3" y="21162"/>
            <a:ext cx="4553677" cy="562074"/>
          </a:xfrm>
          <a:solidFill>
            <a:schemeClr val="bg1"/>
          </a:solidFill>
        </p:spPr>
        <p:txBody>
          <a:bodyPr anchor="ctr">
            <a:normAutofit fontScale="90000"/>
          </a:bodyPr>
          <a:lstStyle/>
          <a:p>
            <a:pPr algn="l"/>
            <a:r>
              <a:rPr lang="pt-BR" dirty="0"/>
              <a:t>Reportagem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1DD459D-B0A9-78BA-0525-60AF8DD3290F}"/>
              </a:ext>
            </a:extLst>
          </p:cNvPr>
          <p:cNvSpPr txBox="1"/>
          <p:nvPr/>
        </p:nvSpPr>
        <p:spPr>
          <a:xfrm>
            <a:off x="145336" y="1076058"/>
            <a:ext cx="8819151" cy="538609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/>
                </a:solidFill>
              </a:rPr>
              <a:t>Busque no vídeo as respostas para as seguintes perguntas:</a:t>
            </a:r>
          </a:p>
          <a:p>
            <a:endParaRPr lang="pt-BR" sz="2000" b="1" dirty="0">
              <a:solidFill>
                <a:schemeClr val="accent1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/>
              <a:t>Como a reportagem de 2008 define a </a:t>
            </a:r>
            <a:r>
              <a:rPr lang="pt-BR" sz="2000" b="1" dirty="0"/>
              <a:t>ideia de "computação nas nuvens"</a:t>
            </a:r>
            <a:r>
              <a:rPr lang="pt-BR" sz="2000" dirty="0"/>
              <a:t>?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/>
              <a:t>Quais eram os principais </a:t>
            </a:r>
            <a:r>
              <a:rPr lang="pt-BR" sz="2000" b="1" dirty="0"/>
              <a:t>exemplos de serviços de nuvem </a:t>
            </a:r>
            <a:r>
              <a:rPr lang="pt-BR" sz="2000" dirty="0"/>
              <a:t>citados na época?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/>
              <a:t>Além do Yahoo, quais outras empresas globais eram vistas como protagonistas na oferta de </a:t>
            </a:r>
            <a:r>
              <a:rPr lang="pt-BR" sz="2000" b="1" dirty="0"/>
              <a:t>serviços baseados em nuvem </a:t>
            </a:r>
            <a:r>
              <a:rPr lang="pt-BR" sz="2000" dirty="0"/>
              <a:t>em 2008?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/>
              <a:t>Segundo a reportagem, qual era a diferença principal entre </a:t>
            </a:r>
            <a:r>
              <a:rPr lang="pt-BR" sz="2000" b="1" dirty="0"/>
              <a:t>instalar</a:t>
            </a:r>
            <a:r>
              <a:rPr lang="pt-BR" sz="2000" dirty="0"/>
              <a:t> programas no computador e </a:t>
            </a:r>
            <a:r>
              <a:rPr lang="pt-BR" sz="2000" b="1" dirty="0"/>
              <a:t>acessá-los pela internet</a:t>
            </a:r>
            <a:r>
              <a:rPr lang="pt-BR" sz="2000" dirty="0"/>
              <a:t>?</a:t>
            </a:r>
          </a:p>
          <a:p>
            <a:pPr marL="2857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/>
              <a:t>De que forma essa mudança impactava </a:t>
            </a:r>
            <a:r>
              <a:rPr lang="pt-BR" sz="2000" b="1" dirty="0"/>
              <a:t>custos e acessibilidade</a:t>
            </a:r>
            <a:r>
              <a:rPr lang="pt-BR" sz="2000" dirty="0"/>
              <a:t> para usuários e empresas?</a:t>
            </a:r>
          </a:p>
          <a:p>
            <a:pPr marL="2857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/>
              <a:t>Quais eram as </a:t>
            </a:r>
            <a:r>
              <a:rPr lang="pt-BR" sz="2000" b="1" dirty="0"/>
              <a:t>principais preocupações </a:t>
            </a:r>
            <a:r>
              <a:rPr lang="pt-BR" sz="2000" dirty="0"/>
              <a:t>levantadas em 2008 sobre a adoção da nuvem (segurança, conectividade, confiança, dependência de terceiros)?</a:t>
            </a:r>
          </a:p>
          <a:p>
            <a:pPr marL="2857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/>
              <a:t>O vídeo apresenta a nuvem como tendência futura. Hoje, olhando em retrospectiva, </a:t>
            </a:r>
            <a:r>
              <a:rPr lang="pt-BR" sz="2000" b="1" dirty="0"/>
              <a:t>quais previsões se confirmaram e quais não se concretizaram</a:t>
            </a:r>
            <a:r>
              <a:rPr lang="pt-BR" dirty="0"/>
              <a:t>?</a:t>
            </a:r>
            <a:endParaRPr lang="pt-BR" sz="20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6644D6B-D99C-266E-6E0D-016C8C452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75652"/>
            <a:ext cx="897434" cy="57142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386CEBF-7231-1838-AC5D-6DA13EDCF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152" y="75652"/>
            <a:ext cx="1130369" cy="66474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C249BF04-6C68-495D-7125-68A117E0F66B}"/>
              </a:ext>
            </a:extLst>
          </p:cNvPr>
          <p:cNvSpPr txBox="1"/>
          <p:nvPr/>
        </p:nvSpPr>
        <p:spPr>
          <a:xfrm>
            <a:off x="44152" y="629592"/>
            <a:ext cx="822960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000" b="1" dirty="0"/>
              <a:t>Jornal da Globo - 2008</a:t>
            </a:r>
          </a:p>
        </p:txBody>
      </p:sp>
    </p:spTree>
    <p:extLst>
      <p:ext uri="{BB962C8B-B14F-4D97-AF65-F5344CB8AC3E}">
        <p14:creationId xmlns:p14="http://schemas.microsoft.com/office/powerpoint/2010/main" val="329926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730B9-6EB0-3CA6-E3D9-CB0C96FE4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CCAC3-2B35-0CA2-7083-954135E86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92029"/>
            <a:ext cx="5993837" cy="562074"/>
          </a:xfrm>
          <a:solidFill>
            <a:schemeClr val="bg1"/>
          </a:solidFill>
        </p:spPr>
        <p:txBody>
          <a:bodyPr anchor="ctr">
            <a:normAutofit fontScale="90000"/>
          </a:bodyPr>
          <a:lstStyle/>
          <a:p>
            <a:pPr algn="l"/>
            <a:r>
              <a:rPr lang="pt-BR" dirty="0"/>
              <a:t>Um pouco de história!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6EA7F23-AEB4-57F9-B85F-35759660E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468" y="3600513"/>
            <a:ext cx="1368152" cy="82512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302F91C-E3E7-4ED4-BB26-2B59712F8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176" y="1194019"/>
            <a:ext cx="2288775" cy="3626535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B72D066-DB57-7397-485E-FF167478DD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640179"/>
            <a:ext cx="9144000" cy="119742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54F42197-B94A-5F05-6B38-5888EF25D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1260293"/>
            <a:ext cx="5556538" cy="1880675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7E7D336-AC51-C187-627F-03F5E41ACB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119" y="4584686"/>
            <a:ext cx="4392488" cy="507125"/>
          </a:xfrm>
          <a:prstGeom prst="rect">
            <a:avLst/>
          </a:prstGeom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3BF07509-2B27-5753-15FC-D1B76B1FEAB0}"/>
              </a:ext>
            </a:extLst>
          </p:cNvPr>
          <p:cNvSpPr/>
          <p:nvPr/>
        </p:nvSpPr>
        <p:spPr>
          <a:xfrm>
            <a:off x="1979712" y="1700808"/>
            <a:ext cx="992908" cy="3600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DF4FAC5-6337-656C-4412-FBD1D1C15E20}"/>
              </a:ext>
            </a:extLst>
          </p:cNvPr>
          <p:cNvSpPr/>
          <p:nvPr/>
        </p:nvSpPr>
        <p:spPr>
          <a:xfrm>
            <a:off x="1043608" y="6165304"/>
            <a:ext cx="792088" cy="3755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4839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6ED83-AD4F-C017-3C83-4B341EB89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972DD129-47BD-44DF-CB6A-E49381C4F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9" y="994885"/>
            <a:ext cx="9055365" cy="57710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1A5D8E-CEF0-2F36-4D4F-D6FCD0E3F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92029"/>
            <a:ext cx="5993837" cy="562074"/>
          </a:xfrm>
          <a:solidFill>
            <a:schemeClr val="bg1"/>
          </a:solidFill>
        </p:spPr>
        <p:txBody>
          <a:bodyPr anchor="ctr">
            <a:normAutofit fontScale="90000"/>
          </a:bodyPr>
          <a:lstStyle/>
          <a:p>
            <a:pPr algn="l"/>
            <a:r>
              <a:rPr lang="pt-BR" dirty="0"/>
              <a:t>IPO ?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FD6D44A-1981-8A0E-E5F2-98B708E0F084}"/>
              </a:ext>
            </a:extLst>
          </p:cNvPr>
          <p:cNvSpPr txBox="1"/>
          <p:nvPr/>
        </p:nvSpPr>
        <p:spPr>
          <a:xfrm>
            <a:off x="539552" y="5517232"/>
            <a:ext cx="8280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Empresa privada oferece suas ações ao público pela primeira vez</a:t>
            </a:r>
          </a:p>
          <a:p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</a:rPr>
              <a:t>Passa a ser de </a:t>
            </a:r>
            <a:r>
              <a:rPr lang="pt-BR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capital aberto</a:t>
            </a:r>
          </a:p>
          <a:p>
            <a:r>
              <a:rPr lang="pt-BR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Investidores podem comprar ações da empresa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501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F5E4F-CE93-59D2-1EDF-75CA9E755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F69E0-4DA7-B1CE-ED88-DD2E0276E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3" y="21162"/>
            <a:ext cx="4553677" cy="562074"/>
          </a:xfrm>
          <a:solidFill>
            <a:schemeClr val="bg1"/>
          </a:solidFill>
        </p:spPr>
        <p:txBody>
          <a:bodyPr anchor="ctr">
            <a:normAutofit fontScale="90000"/>
          </a:bodyPr>
          <a:lstStyle/>
          <a:p>
            <a:pPr algn="l"/>
            <a:r>
              <a:rPr lang="pt-BR" dirty="0" err="1"/>
              <a:t>Kahoot</a:t>
            </a:r>
            <a:r>
              <a:rPr lang="pt-BR" dirty="0"/>
              <a:t>!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6C222A7-1414-A526-3E77-C606BEC6CDFF}"/>
              </a:ext>
            </a:extLst>
          </p:cNvPr>
          <p:cNvSpPr txBox="1"/>
          <p:nvPr/>
        </p:nvSpPr>
        <p:spPr>
          <a:xfrm>
            <a:off x="44152" y="629592"/>
            <a:ext cx="822960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000" b="1" dirty="0"/>
              <a:t>Após o Vídeo do Jornal da Globo - 2008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AAA9FAB-9D92-2676-B4BB-927EBC4B6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95" y="1899600"/>
            <a:ext cx="3122960" cy="364067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9F1A6D2-8FF1-1E16-14BE-F83A624C9776}"/>
              </a:ext>
            </a:extLst>
          </p:cNvPr>
          <p:cNvSpPr txBox="1"/>
          <p:nvPr/>
        </p:nvSpPr>
        <p:spPr>
          <a:xfrm>
            <a:off x="3491880" y="1932300"/>
            <a:ext cx="5048121" cy="200054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/>
                </a:solidFill>
              </a:rPr>
              <a:t>Objetivo?</a:t>
            </a:r>
          </a:p>
          <a:p>
            <a:endParaRPr lang="pt-BR" sz="2000" b="1" dirty="0">
              <a:solidFill>
                <a:schemeClr val="accent1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/>
              <a:t>“Aquecimento”: dar contexto e uso prático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/>
              <a:t>Identificar as principais dúvidas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/>
              <a:t>Bagagem da turma sobre o assunto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5245F13-F191-15D3-3A54-553257FDC703}"/>
              </a:ext>
            </a:extLst>
          </p:cNvPr>
          <p:cNvSpPr txBox="1"/>
          <p:nvPr/>
        </p:nvSpPr>
        <p:spPr>
          <a:xfrm>
            <a:off x="3635896" y="4227860"/>
            <a:ext cx="5048121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/>
                </a:solidFill>
              </a:rPr>
              <a:t>As respostas deste </a:t>
            </a:r>
            <a:r>
              <a:rPr lang="pt-BR" sz="2400" b="1" dirty="0" err="1">
                <a:solidFill>
                  <a:schemeClr val="accent1"/>
                </a:solidFill>
              </a:rPr>
              <a:t>Kahoot</a:t>
            </a:r>
            <a:r>
              <a:rPr lang="pt-BR" sz="2400" b="1" dirty="0">
                <a:solidFill>
                  <a:schemeClr val="accent1"/>
                </a:solidFill>
              </a:rPr>
              <a:t> serão disponibilizadas junto aos demais slides (material do curso)</a:t>
            </a:r>
          </a:p>
        </p:txBody>
      </p:sp>
    </p:spTree>
    <p:extLst>
      <p:ext uri="{BB962C8B-B14F-4D97-AF65-F5344CB8AC3E}">
        <p14:creationId xmlns:p14="http://schemas.microsoft.com/office/powerpoint/2010/main" val="4199856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E6CB7-A6B0-E0C1-8AFC-A1E7070FA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6D7EAF-5C58-A339-EE03-3DD72E2127A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2" y="0"/>
            <a:ext cx="9144000" cy="6858000"/>
          </a:xfrm>
          <a:prstGeom prst="rect">
            <a:avLst/>
          </a:prstGeom>
        </p:spPr>
      </p:pic>
      <p:pic>
        <p:nvPicPr>
          <p:cNvPr id="8" name="Picture 7" descr="260.png">
            <a:extLst>
              <a:ext uri="{FF2B5EF4-FFF2-40B4-BE49-F238E27FC236}">
                <a16:creationId xmlns:a16="http://schemas.microsoft.com/office/drawing/2014/main" id="{DD187051-3D5A-2611-5883-8971F4060E5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669749" y="5383747"/>
            <a:ext cx="1556574" cy="1391931"/>
          </a:xfrm>
          <a:prstGeom prst="rect">
            <a:avLst/>
          </a:prstGeom>
        </p:spPr>
      </p:pic>
      <p:pic>
        <p:nvPicPr>
          <p:cNvPr id="9" name="Picture 8" descr="260.png">
            <a:extLst>
              <a:ext uri="{FF2B5EF4-FFF2-40B4-BE49-F238E27FC236}">
                <a16:creationId xmlns:a16="http://schemas.microsoft.com/office/drawing/2014/main" id="{24B2BBA4-5C67-131E-5E14-717F5AFC336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1" y="5979373"/>
            <a:ext cx="1661276" cy="878627"/>
          </a:xfrm>
          <a:prstGeom prst="rect">
            <a:avLst/>
          </a:prstGeom>
        </p:spPr>
      </p:pic>
      <p:pic>
        <p:nvPicPr>
          <p:cNvPr id="2050" name="Picture 2" descr="Dúvidas sobre Informática - Computer Company | Facebook - 1 Photo">
            <a:extLst>
              <a:ext uri="{FF2B5EF4-FFF2-40B4-BE49-F238E27FC236}">
                <a16:creationId xmlns:a16="http://schemas.microsoft.com/office/drawing/2014/main" id="{CBC02BC1-4A62-F886-2966-84A43D683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514" y="943029"/>
            <a:ext cx="5036344" cy="503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6413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D95B7-5BC1-9E19-D4DB-D799B2A25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2912B27B-FAAA-B785-CBC4-A11354801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0370" cy="52394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F39457F-5682-E6E2-2B68-206BD6058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9508"/>
            <a:ext cx="9144000" cy="501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17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35AC3-10D6-3AEF-9AEA-1D5922579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C2F58266-1BE1-2EA0-D31E-1CF782187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0370" cy="5239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9AAE9F8-5DA1-40AD-A347-DDEDED767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6050"/>
            <a:ext cx="9144000" cy="49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52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376D7-85CD-DB5C-5F6A-363A8A656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7645C613-1F89-33F9-10FA-F42C1D306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0370" cy="52394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B3CFD7F-60CE-D0A6-EC6E-AFAA0294B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8665"/>
            <a:ext cx="9144000" cy="498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74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7A22B-61CA-39C7-2946-C31B34CB2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8AC2D8E3-4F7A-CFC6-9B74-ACCDA8115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0370" cy="5239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13D0AC2-5B35-1944-C3E2-380163907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3436"/>
            <a:ext cx="9144000" cy="499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856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16A15-D88B-162F-3636-5E1527E52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C6C04390-7A7A-EBB1-C6E5-23C2F1D39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0370" cy="5239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63A83E6-636F-B6F0-3BA3-59AB0F75A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7339"/>
            <a:ext cx="9144000" cy="500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470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8094D-0199-380A-2079-9B784BAEA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FF214BAA-140B-BF67-ED6F-B38AA07B3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0370" cy="52394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F710C83-2821-73A8-A72D-312F5943B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9277"/>
            <a:ext cx="9144000" cy="503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286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1324F-8A59-83D1-763D-0122DE0B5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2722615B-8FC9-912E-F658-F0937013D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0370" cy="5239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0D6F29D-618D-0569-3693-8078FCAAC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5998"/>
            <a:ext cx="9144000" cy="502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794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E6017-4C6C-5293-65B7-0647BAEE6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0CD8E6AE-A07D-46E0-C5AE-7E671DA83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0370" cy="5239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4275E07-45E7-575F-B6B0-16B93CDA5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6196"/>
            <a:ext cx="9144000" cy="500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057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01232-21AD-6D49-B822-041AF6EC8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034906AE-4F3E-E487-6BC6-E989C9873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0370" cy="5239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33E61A2-00E1-172B-C6E5-E2E97D61E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9508"/>
            <a:ext cx="9144000" cy="501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440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43916-FD8B-7D91-3FBC-6CC98EE71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36A1A8DF-1AEA-8544-450B-6522632FA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0370" cy="5239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31C0BA0-0D2B-B412-3789-C9E3DE966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2701"/>
            <a:ext cx="9144000" cy="501259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79419C8-0E04-6B5A-DC2D-C3D0A5492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0949"/>
            <a:ext cx="9144000" cy="501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83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8BC8F-B3D6-89F1-51C1-1230B9921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B740C8-20B7-284B-8392-13360D44D5E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2" y="0"/>
            <a:ext cx="9144000" cy="6858000"/>
          </a:xfrm>
          <a:prstGeom prst="rect">
            <a:avLst/>
          </a:prstGeom>
        </p:spPr>
      </p:pic>
      <p:pic>
        <p:nvPicPr>
          <p:cNvPr id="8" name="Picture 7" descr="260.png">
            <a:extLst>
              <a:ext uri="{FF2B5EF4-FFF2-40B4-BE49-F238E27FC236}">
                <a16:creationId xmlns:a16="http://schemas.microsoft.com/office/drawing/2014/main" id="{687A740F-838B-1EF7-55BD-C4A2CD45833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669749" y="5383747"/>
            <a:ext cx="1556574" cy="1391931"/>
          </a:xfrm>
          <a:prstGeom prst="rect">
            <a:avLst/>
          </a:prstGeom>
        </p:spPr>
      </p:pic>
      <p:pic>
        <p:nvPicPr>
          <p:cNvPr id="9" name="Picture 8" descr="260.png">
            <a:extLst>
              <a:ext uri="{FF2B5EF4-FFF2-40B4-BE49-F238E27FC236}">
                <a16:creationId xmlns:a16="http://schemas.microsoft.com/office/drawing/2014/main" id="{C8E1175A-75FD-C893-209C-9BE2FD3BE99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1" y="5979373"/>
            <a:ext cx="1661276" cy="878627"/>
          </a:xfrm>
          <a:prstGeom prst="rect">
            <a:avLst/>
          </a:prstGeom>
        </p:spPr>
      </p:pic>
      <p:pic>
        <p:nvPicPr>
          <p:cNvPr id="2050" name="Picture 2" descr="Dúvidas sobre Informática - Computer Company | Facebook - 1 Photo">
            <a:extLst>
              <a:ext uri="{FF2B5EF4-FFF2-40B4-BE49-F238E27FC236}">
                <a16:creationId xmlns:a16="http://schemas.microsoft.com/office/drawing/2014/main" id="{9A6B95DB-469E-A2B1-6466-B8A929C8C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514" y="943029"/>
            <a:ext cx="5036344" cy="503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853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42854</TotalTime>
  <Words>250</Words>
  <Application>Microsoft Office PowerPoint</Application>
  <PresentationFormat>Apresentação na tela (4:3)</PresentationFormat>
  <Paragraphs>27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Arial</vt:lpstr>
      <vt:lpstr>Calibri</vt:lpstr>
      <vt:lpstr>Roboto</vt:lpstr>
      <vt:lpstr>Office Theme</vt:lpstr>
      <vt:lpstr>1_Office Theme</vt:lpstr>
      <vt:lpstr>Apresentação do PowerPoint</vt:lpstr>
      <vt:lpstr>Qual a expectativa da computação em nuvem em 2008?</vt:lpstr>
      <vt:lpstr>Reportagem</vt:lpstr>
      <vt:lpstr>Um pouco de história!</vt:lpstr>
      <vt:lpstr>IPO ?</vt:lpstr>
      <vt:lpstr>Kahoot!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Gustavo Rivelo</dc:creator>
  <cp:lastModifiedBy>Luiz Gustavo Rivelo</cp:lastModifiedBy>
  <cp:revision>137</cp:revision>
  <dcterms:created xsi:type="dcterms:W3CDTF">2020-11-07T15:30:22Z</dcterms:created>
  <dcterms:modified xsi:type="dcterms:W3CDTF">2025-08-18T01:30:54Z</dcterms:modified>
</cp:coreProperties>
</file>