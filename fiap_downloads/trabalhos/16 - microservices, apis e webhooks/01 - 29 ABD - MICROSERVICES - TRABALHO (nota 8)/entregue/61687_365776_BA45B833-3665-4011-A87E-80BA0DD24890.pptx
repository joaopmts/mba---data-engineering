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5" r:id="rId1"/>
  </p:sldMasterIdLst>
  <p:notesMasterIdLst>
    <p:notesMasterId r:id="rId23"/>
  </p:notesMasterIdLst>
  <p:sldIdLst>
    <p:sldId id="613" r:id="rId2"/>
    <p:sldId id="260" r:id="rId3"/>
    <p:sldId id="616" r:id="rId4"/>
    <p:sldId id="618" r:id="rId5"/>
    <p:sldId id="617" r:id="rId6"/>
    <p:sldId id="611" r:id="rId7"/>
    <p:sldId id="396" r:id="rId8"/>
    <p:sldId id="619" r:id="rId9"/>
    <p:sldId id="620" r:id="rId10"/>
    <p:sldId id="621" r:id="rId11"/>
    <p:sldId id="622" r:id="rId12"/>
    <p:sldId id="623" r:id="rId13"/>
    <p:sldId id="624" r:id="rId14"/>
    <p:sldId id="625" r:id="rId15"/>
    <p:sldId id="612" r:id="rId16"/>
    <p:sldId id="627" r:id="rId17"/>
    <p:sldId id="629" r:id="rId18"/>
    <p:sldId id="630" r:id="rId19"/>
    <p:sldId id="631" r:id="rId20"/>
    <p:sldId id="632" r:id="rId21"/>
    <p:sldId id="633" r:id="rId22"/>
  </p:sldIdLst>
  <p:sldSz cx="6858000" cy="5148263"/>
  <p:notesSz cx="6858000" cy="9144000"/>
  <p:defaultTextStyle>
    <a:defPPr>
      <a:defRPr lang="en-US"/>
    </a:defPPr>
    <a:lvl1pPr marL="0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761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525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287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051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3812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6576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399339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2102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2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626E73"/>
    <a:srgbClr val="7D8C92"/>
    <a:srgbClr val="16181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39"/>
    <p:restoredTop sz="94896"/>
  </p:normalViewPr>
  <p:slideViewPr>
    <p:cSldViewPr snapToGrid="0" snapToObjects="1">
      <p:cViewPr varScale="1">
        <p:scale>
          <a:sx n="200" d="100"/>
          <a:sy n="200" d="100"/>
        </p:scale>
        <p:origin x="2268" y="108"/>
      </p:cViewPr>
      <p:guideLst>
        <p:guide orient="horz" pos="162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1" d="100"/>
        <a:sy n="11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B73F18-EA81-4547-BFF8-0ED80F90888D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AD4C588-C6D9-4638-B320-EF88D7E34EB4}">
      <dgm:prSet phldrT="[Texto]" custT="1"/>
      <dgm:spPr>
        <a:solidFill>
          <a:srgbClr val="D0D8E8"/>
        </a:solidFill>
      </dgm:spPr>
      <dgm:t>
        <a:bodyPr/>
        <a:lstStyle/>
        <a:p>
          <a:r>
            <a:rPr lang="pt-BR" sz="1300"/>
            <a:t>SmartDelivery</a:t>
          </a:r>
          <a:endParaRPr lang="pt-BR" sz="1300" dirty="0">
            <a:solidFill>
              <a:srgbClr val="FF0000"/>
            </a:solidFill>
          </a:endParaRPr>
        </a:p>
      </dgm:t>
    </dgm:pt>
    <dgm:pt modelId="{9326E839-96F0-4D53-BDF7-D8E5E47EE76E}" type="parTrans" cxnId="{55BF1A3B-CF99-48B2-A79E-D135DE73C3F3}">
      <dgm:prSet/>
      <dgm:spPr/>
      <dgm:t>
        <a:bodyPr/>
        <a:lstStyle/>
        <a:p>
          <a:endParaRPr lang="pt-BR" sz="1300"/>
        </a:p>
      </dgm:t>
    </dgm:pt>
    <dgm:pt modelId="{32353789-EB6C-474E-827A-9936A2F0E348}" type="sibTrans" cxnId="{55BF1A3B-CF99-48B2-A79E-D135DE73C3F3}">
      <dgm:prSet/>
      <dgm:spPr/>
      <dgm:t>
        <a:bodyPr/>
        <a:lstStyle/>
        <a:p>
          <a:endParaRPr lang="pt-BR" sz="1300"/>
        </a:p>
      </dgm:t>
    </dgm:pt>
    <dgm:pt modelId="{471C8BFC-8154-41A8-BCFE-45E2022C4497}">
      <dgm:prSet phldrT="[Texto]" custT="1"/>
      <dgm:spPr/>
      <dgm:t>
        <a:bodyPr/>
        <a:lstStyle/>
        <a:p>
          <a:r>
            <a:rPr lang="pt-BR" sz="1300" dirty="0"/>
            <a:t>Objetivo estratégico a ser atendido</a:t>
          </a:r>
        </a:p>
      </dgm:t>
    </dgm:pt>
    <dgm:pt modelId="{155AEE17-3951-4496-8AA2-8ED8244B2818}" type="parTrans" cxnId="{10A82504-DC41-49AD-AD0F-B135891AE1F9}">
      <dgm:prSet custT="1"/>
      <dgm:spPr/>
      <dgm:t>
        <a:bodyPr/>
        <a:lstStyle/>
        <a:p>
          <a:endParaRPr lang="pt-BR" sz="1300"/>
        </a:p>
      </dgm:t>
    </dgm:pt>
    <dgm:pt modelId="{6768511E-9708-45CC-8B2B-CC9925664236}" type="sibTrans" cxnId="{10A82504-DC41-49AD-AD0F-B135891AE1F9}">
      <dgm:prSet/>
      <dgm:spPr/>
      <dgm:t>
        <a:bodyPr/>
        <a:lstStyle/>
        <a:p>
          <a:endParaRPr lang="pt-BR" sz="1300"/>
        </a:p>
      </dgm:t>
    </dgm:pt>
    <dgm:pt modelId="{328281FA-F439-4988-BD09-6C8322B82A2A}">
      <dgm:prSet phldrT="[Texto]" custT="1"/>
      <dgm:spPr/>
      <dgm:t>
        <a:bodyPr/>
        <a:lstStyle/>
        <a:p>
          <a:r>
            <a:rPr lang="pt-BR" sz="1300" dirty="0"/>
            <a:t>Proposta de Solução?</a:t>
          </a:r>
        </a:p>
      </dgm:t>
    </dgm:pt>
    <dgm:pt modelId="{B818CFA4-6666-443A-9EBB-8F7F6F521B03}" type="parTrans" cxnId="{B9F60B72-ECBE-4ADD-A946-082EAB6EB800}">
      <dgm:prSet custT="1"/>
      <dgm:spPr/>
      <dgm:t>
        <a:bodyPr/>
        <a:lstStyle/>
        <a:p>
          <a:endParaRPr lang="pt-BR" sz="1300"/>
        </a:p>
      </dgm:t>
    </dgm:pt>
    <dgm:pt modelId="{BEBC7F8A-FE38-4C76-B6FB-490FF1E2C2C3}" type="sibTrans" cxnId="{B9F60B72-ECBE-4ADD-A946-082EAB6EB800}">
      <dgm:prSet/>
      <dgm:spPr/>
      <dgm:t>
        <a:bodyPr/>
        <a:lstStyle/>
        <a:p>
          <a:endParaRPr lang="pt-BR" sz="1300"/>
        </a:p>
      </dgm:t>
    </dgm:pt>
    <dgm:pt modelId="{E8965649-523D-43EF-BC32-D422BD5B41DA}">
      <dgm:prSet phldrT="[Texto]" custT="1"/>
      <dgm:spPr>
        <a:solidFill>
          <a:schemeClr val="accent1"/>
        </a:solidFill>
      </dgm:spPr>
      <dgm:t>
        <a:bodyPr/>
        <a:lstStyle/>
        <a:p>
          <a:r>
            <a:rPr lang="pt-BR" sz="1300" dirty="0">
              <a:solidFill>
                <a:schemeClr val="bg1"/>
              </a:solidFill>
            </a:rPr>
            <a:t>Clientes que realizam pedidos online, Restaurantes Parceiros, Entregadores</a:t>
          </a:r>
        </a:p>
      </dgm:t>
    </dgm:pt>
    <dgm:pt modelId="{ECF784F3-5B9A-4BC9-A3FC-057CA8BE1D8D}" type="parTrans" cxnId="{DFCA07D3-016E-4450-B011-CE7C502DB0AE}">
      <dgm:prSet custT="1"/>
      <dgm:spPr/>
      <dgm:t>
        <a:bodyPr/>
        <a:lstStyle/>
        <a:p>
          <a:endParaRPr lang="pt-BR" sz="1300"/>
        </a:p>
      </dgm:t>
    </dgm:pt>
    <dgm:pt modelId="{2A1F6683-E3D1-40D3-9F6C-D8D94603E44A}" type="sibTrans" cxnId="{DFCA07D3-016E-4450-B011-CE7C502DB0AE}">
      <dgm:prSet/>
      <dgm:spPr/>
      <dgm:t>
        <a:bodyPr/>
        <a:lstStyle/>
        <a:p>
          <a:endParaRPr lang="pt-BR" sz="1300"/>
        </a:p>
      </dgm:t>
    </dgm:pt>
    <dgm:pt modelId="{EEF101EC-1B9C-44B2-9A94-E0CB4150A863}">
      <dgm:prSet phldrT="[Texto]" custT="1"/>
      <dgm:spPr/>
      <dgm:t>
        <a:bodyPr/>
        <a:lstStyle/>
        <a:p>
          <a:r>
            <a:rPr lang="pt-BR" sz="1300"/>
            <a:t>Reduzir os custos </a:t>
          </a:r>
          <a:endParaRPr lang="pt-BR" sz="1300" dirty="0">
            <a:solidFill>
              <a:srgbClr val="FFC000"/>
            </a:solidFill>
          </a:endParaRPr>
        </a:p>
      </dgm:t>
    </dgm:pt>
    <dgm:pt modelId="{9E36A16C-5785-4D2B-AA57-C4E44C9CE915}" type="parTrans" cxnId="{83A5B058-B734-4259-AD0B-AC025400D500}">
      <dgm:prSet custT="1"/>
      <dgm:spPr/>
      <dgm:t>
        <a:bodyPr/>
        <a:lstStyle/>
        <a:p>
          <a:endParaRPr lang="pt-BR" sz="1300"/>
        </a:p>
      </dgm:t>
    </dgm:pt>
    <dgm:pt modelId="{BE3CF1DA-6135-4959-A221-79B75C273014}" type="sibTrans" cxnId="{83A5B058-B734-4259-AD0B-AC025400D500}">
      <dgm:prSet/>
      <dgm:spPr/>
      <dgm:t>
        <a:bodyPr/>
        <a:lstStyle/>
        <a:p>
          <a:endParaRPr lang="pt-BR" sz="1300"/>
        </a:p>
      </dgm:t>
    </dgm:pt>
    <dgm:pt modelId="{D17BFC8D-8B3A-4019-A450-D92DA177CD9E}">
      <dgm:prSet phldrT="[Texto]" custT="1"/>
      <dgm:spPr/>
      <dgm:t>
        <a:bodyPr/>
        <a:lstStyle/>
        <a:p>
          <a:r>
            <a:rPr lang="pt-BR" sz="1300">
              <a:solidFill>
                <a:schemeClr val="bg1"/>
              </a:solidFill>
            </a:rPr>
            <a:t>Aumentar a produtividade</a:t>
          </a:r>
          <a:endParaRPr lang="pt-BR" sz="1300" dirty="0">
            <a:solidFill>
              <a:schemeClr val="bg1"/>
            </a:solidFill>
          </a:endParaRPr>
        </a:p>
      </dgm:t>
    </dgm:pt>
    <dgm:pt modelId="{DD3E7439-1F65-464D-AC35-6FD24D301B9F}" type="parTrans" cxnId="{062F536F-0997-431C-A51E-B299FB5B8B3E}">
      <dgm:prSet custT="1"/>
      <dgm:spPr/>
      <dgm:t>
        <a:bodyPr/>
        <a:lstStyle/>
        <a:p>
          <a:endParaRPr lang="pt-BR" sz="1300"/>
        </a:p>
      </dgm:t>
    </dgm:pt>
    <dgm:pt modelId="{5206B9F5-FE99-4259-A875-DE8C3A6FF543}" type="sibTrans" cxnId="{062F536F-0997-431C-A51E-B299FB5B8B3E}">
      <dgm:prSet/>
      <dgm:spPr/>
      <dgm:t>
        <a:bodyPr/>
        <a:lstStyle/>
        <a:p>
          <a:endParaRPr lang="pt-BR" sz="1300"/>
        </a:p>
      </dgm:t>
    </dgm:pt>
    <dgm:pt modelId="{17E0C034-3C8D-4285-A069-799BBBE8A2DE}">
      <dgm:prSet phldrT="[Texto]" custT="1"/>
      <dgm:spPr/>
      <dgm:t>
        <a:bodyPr/>
        <a:lstStyle/>
        <a:p>
          <a:r>
            <a:rPr lang="pt-BR" sz="1300" kern="1200">
              <a:solidFill>
                <a:srgbClr val="FFFFFF"/>
              </a:solidFill>
              <a:latin typeface="Arial"/>
              <a:ea typeface="+mn-ea"/>
              <a:cs typeface="+mn-cs"/>
            </a:rPr>
            <a:t>Aumentar receita</a:t>
          </a:r>
          <a:endParaRPr lang="pt-BR" sz="1300" kern="1200" dirty="0">
            <a:solidFill>
              <a:srgbClr val="FFFFFF"/>
            </a:solidFill>
            <a:latin typeface="Arial"/>
            <a:ea typeface="+mn-ea"/>
            <a:cs typeface="+mn-cs"/>
          </a:endParaRPr>
        </a:p>
      </dgm:t>
    </dgm:pt>
    <dgm:pt modelId="{EAFCE804-307A-4AD7-B553-ECD1B9485CBF}" type="parTrans" cxnId="{B25567FA-9F53-404B-BBCE-EC26BF4B38EE}">
      <dgm:prSet custT="1"/>
      <dgm:spPr/>
      <dgm:t>
        <a:bodyPr/>
        <a:lstStyle/>
        <a:p>
          <a:endParaRPr lang="pt-BR" sz="1300"/>
        </a:p>
      </dgm:t>
    </dgm:pt>
    <dgm:pt modelId="{82F753A9-ED26-4450-9928-05A237840E14}" type="sibTrans" cxnId="{B25567FA-9F53-404B-BBCE-EC26BF4B38EE}">
      <dgm:prSet/>
      <dgm:spPr/>
      <dgm:t>
        <a:bodyPr/>
        <a:lstStyle/>
        <a:p>
          <a:endParaRPr lang="pt-BR" sz="1300"/>
        </a:p>
      </dgm:t>
    </dgm:pt>
    <dgm:pt modelId="{009B20AB-6663-BF4E-9B32-55C849594348}">
      <dgm:prSet phldrT="[Texto]" custT="1"/>
      <dgm:spPr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>
              <a:solidFill>
                <a:prstClr val="white"/>
              </a:solidFill>
              <a:latin typeface="Calibri"/>
              <a:ea typeface="+mn-ea"/>
              <a:cs typeface="+mn-cs"/>
            </a:rPr>
            <a:t>Quem será seu concorrente?</a:t>
          </a:r>
          <a:endParaRPr lang="pt-BR" sz="1300" kern="1200" dirty="0">
            <a:solidFill>
              <a:prstClr val="white"/>
            </a:solidFill>
            <a:latin typeface="Calibri"/>
            <a:ea typeface="+mn-ea"/>
            <a:cs typeface="+mn-cs"/>
          </a:endParaRPr>
        </a:p>
      </dgm:t>
    </dgm:pt>
    <dgm:pt modelId="{45861AFA-B823-474E-A036-F7CED30C2473}" type="parTrans" cxnId="{18E917BC-C169-7A43-91BE-60A5C9952233}">
      <dgm:prSet/>
      <dgm:spPr/>
      <dgm:t>
        <a:bodyPr/>
        <a:lstStyle/>
        <a:p>
          <a:endParaRPr lang="pt-BR"/>
        </a:p>
      </dgm:t>
    </dgm:pt>
    <dgm:pt modelId="{F2DD26DF-3C5F-1444-98E0-BC0A9B0962AC}" type="sibTrans" cxnId="{18E917BC-C169-7A43-91BE-60A5C9952233}">
      <dgm:prSet/>
      <dgm:spPr/>
      <dgm:t>
        <a:bodyPr/>
        <a:lstStyle/>
        <a:p>
          <a:endParaRPr lang="pt-BR"/>
        </a:p>
      </dgm:t>
    </dgm:pt>
    <dgm:pt modelId="{4FBA39A8-12FB-ED49-8C99-8E50A0D76B8A}">
      <dgm:prSet phldrT="[Texto]" custT="1"/>
      <dgm:spPr>
        <a:solidFill>
          <a:schemeClr val="accent1"/>
        </a:solidFill>
      </dgm:spPr>
      <dgm:t>
        <a:bodyPr/>
        <a:lstStyle/>
        <a:p>
          <a:r>
            <a:rPr lang="pt-BR" sz="1300" dirty="0">
              <a:solidFill>
                <a:schemeClr val="bg1"/>
              </a:solidFill>
            </a:rPr>
            <a:t>IFood, Uber </a:t>
          </a:r>
          <a:r>
            <a:rPr lang="pt-BR" sz="1300" dirty="0" err="1">
              <a:solidFill>
                <a:schemeClr val="bg1"/>
              </a:solidFill>
            </a:rPr>
            <a:t>Eats</a:t>
          </a:r>
          <a:r>
            <a:rPr lang="pt-BR" sz="1300" dirty="0">
              <a:solidFill>
                <a:schemeClr val="bg1"/>
              </a:solidFill>
            </a:rPr>
            <a:t>, 99Food, Rappi</a:t>
          </a:r>
        </a:p>
      </dgm:t>
    </dgm:pt>
    <dgm:pt modelId="{E0C69463-BACE-3A47-8499-A04A2F440DCD}" type="parTrans" cxnId="{9F33CE44-8113-9E4D-89D7-0B2D6F1B7CA4}">
      <dgm:prSet/>
      <dgm:spPr/>
      <dgm:t>
        <a:bodyPr/>
        <a:lstStyle/>
        <a:p>
          <a:endParaRPr lang="pt-BR"/>
        </a:p>
      </dgm:t>
    </dgm:pt>
    <dgm:pt modelId="{678C62D2-1EF6-F944-A257-0FF74C08DBA3}" type="sibTrans" cxnId="{9F33CE44-8113-9E4D-89D7-0B2D6F1B7CA4}">
      <dgm:prSet/>
      <dgm:spPr/>
      <dgm:t>
        <a:bodyPr/>
        <a:lstStyle/>
        <a:p>
          <a:endParaRPr lang="pt-BR"/>
        </a:p>
      </dgm:t>
    </dgm:pt>
    <dgm:pt modelId="{3A51636A-E6E3-4159-8A9D-84E2CE54B3AB}">
      <dgm:prSet phldrT="[Texto]" custT="1"/>
      <dgm:spPr/>
      <dgm:t>
        <a:bodyPr/>
        <a:lstStyle/>
        <a:p>
          <a:r>
            <a:rPr lang="pt-BR" sz="1300" dirty="0"/>
            <a:t>Quem são seus usuários?</a:t>
          </a:r>
        </a:p>
      </dgm:t>
    </dgm:pt>
    <dgm:pt modelId="{A1C8B8F2-BD34-439B-84C6-EB3D589444E3}" type="parTrans" cxnId="{163F4B49-22D4-4FD8-9807-36A3CE6982A6}">
      <dgm:prSet custT="1"/>
      <dgm:spPr/>
      <dgm:t>
        <a:bodyPr/>
        <a:lstStyle/>
        <a:p>
          <a:endParaRPr lang="pt-BR" sz="1300"/>
        </a:p>
      </dgm:t>
    </dgm:pt>
    <dgm:pt modelId="{3F9C7219-6AC6-4CBF-B3C2-E75C18EF5FD4}" type="sibTrans" cxnId="{163F4B49-22D4-4FD8-9807-36A3CE6982A6}">
      <dgm:prSet/>
      <dgm:spPr/>
      <dgm:t>
        <a:bodyPr/>
        <a:lstStyle/>
        <a:p>
          <a:endParaRPr lang="pt-BR" sz="1300"/>
        </a:p>
      </dgm:t>
    </dgm:pt>
    <dgm:pt modelId="{4D9D0FD5-DE50-42F7-896D-50B4A9D27384}">
      <dgm:prSet phldrT="[Texto]" custT="1"/>
      <dgm:spPr>
        <a:solidFill>
          <a:schemeClr val="accent1"/>
        </a:solidFill>
      </dgm:spPr>
      <dgm:t>
        <a:bodyPr/>
        <a:lstStyle/>
        <a:p>
          <a:r>
            <a:rPr lang="pt-BR" sz="1300" dirty="0">
              <a:solidFill>
                <a:schemeClr val="bg1"/>
              </a:solidFill>
            </a:rPr>
            <a:t>Desenvolver uma plataforma baseada em microsserviços e arquitetura orientada a eventos</a:t>
          </a:r>
        </a:p>
      </dgm:t>
    </dgm:pt>
    <dgm:pt modelId="{CA34CDFD-088B-48CB-A0B3-B85F11C8EF7C}" type="parTrans" cxnId="{51111371-88FC-4FD2-B4EB-E886E23A9278}">
      <dgm:prSet custT="1"/>
      <dgm:spPr/>
      <dgm:t>
        <a:bodyPr/>
        <a:lstStyle/>
        <a:p>
          <a:endParaRPr lang="pt-BR" sz="1300"/>
        </a:p>
      </dgm:t>
    </dgm:pt>
    <dgm:pt modelId="{EB54E02E-1B19-485A-8B0E-6BF28172C1C2}" type="sibTrans" cxnId="{51111371-88FC-4FD2-B4EB-E886E23A9278}">
      <dgm:prSet/>
      <dgm:spPr/>
      <dgm:t>
        <a:bodyPr/>
        <a:lstStyle/>
        <a:p>
          <a:endParaRPr lang="pt-BR" sz="1300"/>
        </a:p>
      </dgm:t>
    </dgm:pt>
    <dgm:pt modelId="{4E541D21-72C6-47A5-89F1-E7CAABB2260B}">
      <dgm:prSet phldrT="[Texto]" custT="1"/>
      <dgm:spPr>
        <a:solidFill>
          <a:schemeClr val="accent1"/>
        </a:solidFill>
      </dgm:spPr>
      <dgm:t>
        <a:bodyPr/>
        <a:lstStyle/>
        <a:p>
          <a:r>
            <a:rPr lang="pt-BR" sz="1300">
              <a:solidFill>
                <a:schemeClr val="bg1"/>
              </a:solidFill>
            </a:rPr>
            <a:t>Escalabilidade independente</a:t>
          </a:r>
          <a:endParaRPr lang="pt-BR" sz="1300" dirty="0">
            <a:solidFill>
              <a:schemeClr val="bg1"/>
            </a:solidFill>
          </a:endParaRPr>
        </a:p>
      </dgm:t>
    </dgm:pt>
    <dgm:pt modelId="{121AC87A-AE67-437D-BD3C-EF3AE44D11BB}" type="parTrans" cxnId="{29BF2290-61DB-4C1D-937C-33EFBABB6C42}">
      <dgm:prSet/>
      <dgm:spPr/>
      <dgm:t>
        <a:bodyPr/>
        <a:lstStyle/>
        <a:p>
          <a:endParaRPr lang="pt-BR"/>
        </a:p>
      </dgm:t>
    </dgm:pt>
    <dgm:pt modelId="{5ECE4D6E-5BDD-4F7A-9B4E-497ADEB08F45}" type="sibTrans" cxnId="{29BF2290-61DB-4C1D-937C-33EFBABB6C42}">
      <dgm:prSet/>
      <dgm:spPr/>
      <dgm:t>
        <a:bodyPr/>
        <a:lstStyle/>
        <a:p>
          <a:endParaRPr lang="pt-BR"/>
        </a:p>
      </dgm:t>
    </dgm:pt>
    <dgm:pt modelId="{690BFDE9-36A7-4554-B038-EDB150AAE320}">
      <dgm:prSet phldrT="[Texto]" custT="1"/>
      <dgm:spPr>
        <a:solidFill>
          <a:schemeClr val="accent1"/>
        </a:solidFill>
      </dgm:spPr>
      <dgm:t>
        <a:bodyPr/>
        <a:lstStyle/>
        <a:p>
          <a:r>
            <a:rPr lang="en-US" sz="1300">
              <a:solidFill>
                <a:schemeClr val="bg1"/>
              </a:solidFill>
            </a:rPr>
            <a:t>Alta resiliência</a:t>
          </a:r>
          <a:endParaRPr lang="pt-BR" sz="1300" dirty="0">
            <a:solidFill>
              <a:schemeClr val="bg1"/>
            </a:solidFill>
          </a:endParaRPr>
        </a:p>
      </dgm:t>
    </dgm:pt>
    <dgm:pt modelId="{3AF48BE1-380F-462B-A40A-83E3D7424B29}" type="parTrans" cxnId="{DF4A5F80-C994-462E-ABD5-A538D3B6FA81}">
      <dgm:prSet/>
      <dgm:spPr/>
      <dgm:t>
        <a:bodyPr/>
        <a:lstStyle/>
        <a:p>
          <a:endParaRPr lang="pt-BR"/>
        </a:p>
      </dgm:t>
    </dgm:pt>
    <dgm:pt modelId="{AFC850FB-CF7D-461B-873B-417FD7C7846E}" type="sibTrans" cxnId="{DF4A5F80-C994-462E-ABD5-A538D3B6FA81}">
      <dgm:prSet/>
      <dgm:spPr/>
      <dgm:t>
        <a:bodyPr/>
        <a:lstStyle/>
        <a:p>
          <a:endParaRPr lang="pt-BR"/>
        </a:p>
      </dgm:t>
    </dgm:pt>
    <dgm:pt modelId="{86D34C6E-CA7B-4287-ABA5-2A8235604B67}">
      <dgm:prSet phldrT="[Texto]" custT="1"/>
      <dgm:spPr>
        <a:solidFill>
          <a:schemeClr val="accent1"/>
        </a:solidFill>
      </dgm:spPr>
      <dgm:t>
        <a:bodyPr/>
        <a:lstStyle/>
        <a:p>
          <a:r>
            <a:rPr lang="pt-BR" sz="1300" dirty="0">
              <a:solidFill>
                <a:schemeClr val="bg1"/>
              </a:solidFill>
            </a:rPr>
            <a:t>Otimizar a gestão e orquestração do ciclo de pedidos em plataformas de delivery</a:t>
          </a:r>
        </a:p>
      </dgm:t>
    </dgm:pt>
    <dgm:pt modelId="{A34DB196-500F-42D5-AD57-75BF8346FA4F}" type="parTrans" cxnId="{47134F29-A489-4A08-935C-D3E8A4323C98}">
      <dgm:prSet custT="1"/>
      <dgm:spPr/>
      <dgm:t>
        <a:bodyPr/>
        <a:lstStyle/>
        <a:p>
          <a:endParaRPr lang="pt-BR" sz="1300"/>
        </a:p>
      </dgm:t>
    </dgm:pt>
    <dgm:pt modelId="{0409901E-5F62-44F7-8DE9-AE4472E6A3F9}" type="sibTrans" cxnId="{47134F29-A489-4A08-935C-D3E8A4323C98}">
      <dgm:prSet/>
      <dgm:spPr/>
      <dgm:t>
        <a:bodyPr/>
        <a:lstStyle/>
        <a:p>
          <a:endParaRPr lang="pt-BR" sz="1300"/>
        </a:p>
      </dgm:t>
    </dgm:pt>
    <dgm:pt modelId="{BCA7E6AB-64D9-4770-8BA5-AF92A510F1FC}" type="pres">
      <dgm:prSet presAssocID="{63B73F18-EA81-4547-BFF8-0ED80F90888D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251422A-DAC7-4F76-B2EE-C1A806F1D7A5}" type="pres">
      <dgm:prSet presAssocID="{FAD4C588-C6D9-4638-B320-EF88D7E34EB4}" presName="root1" presStyleCnt="0"/>
      <dgm:spPr/>
    </dgm:pt>
    <dgm:pt modelId="{8A677DE5-C0D5-41AC-8CDE-066B90CD2848}" type="pres">
      <dgm:prSet presAssocID="{FAD4C588-C6D9-4638-B320-EF88D7E34EB4}" presName="LevelOneTextNode" presStyleLbl="node0" presStyleIdx="0" presStyleCnt="1" custScaleX="134112" custScaleY="133551">
        <dgm:presLayoutVars>
          <dgm:chPref val="3"/>
        </dgm:presLayoutVars>
      </dgm:prSet>
      <dgm:spPr/>
    </dgm:pt>
    <dgm:pt modelId="{81648E6B-942B-4416-88A3-DBA59B60BC8E}" type="pres">
      <dgm:prSet presAssocID="{FAD4C588-C6D9-4638-B320-EF88D7E34EB4}" presName="level2hierChild" presStyleCnt="0"/>
      <dgm:spPr/>
    </dgm:pt>
    <dgm:pt modelId="{1900A058-3F83-4196-9E33-7BD2C637D8EF}" type="pres">
      <dgm:prSet presAssocID="{155AEE17-3951-4496-8AA2-8ED8244B2818}" presName="conn2-1" presStyleLbl="parChTrans1D2" presStyleIdx="0" presStyleCnt="4"/>
      <dgm:spPr/>
    </dgm:pt>
    <dgm:pt modelId="{FDB3508B-EA24-4B64-AFB4-D35B7EA06D12}" type="pres">
      <dgm:prSet presAssocID="{155AEE17-3951-4496-8AA2-8ED8244B2818}" presName="connTx" presStyleLbl="parChTrans1D2" presStyleIdx="0" presStyleCnt="4"/>
      <dgm:spPr/>
    </dgm:pt>
    <dgm:pt modelId="{727D5B67-225B-4876-8388-94F728318EAE}" type="pres">
      <dgm:prSet presAssocID="{471C8BFC-8154-41A8-BCFE-45E2022C4497}" presName="root2" presStyleCnt="0"/>
      <dgm:spPr/>
    </dgm:pt>
    <dgm:pt modelId="{2A3C123C-F183-4395-A3DB-4F7AEDE3A36B}" type="pres">
      <dgm:prSet presAssocID="{471C8BFC-8154-41A8-BCFE-45E2022C4497}" presName="LevelTwoTextNode" presStyleLbl="node2" presStyleIdx="0" presStyleCnt="4" custScaleY="169208">
        <dgm:presLayoutVars>
          <dgm:chPref val="3"/>
        </dgm:presLayoutVars>
      </dgm:prSet>
      <dgm:spPr/>
    </dgm:pt>
    <dgm:pt modelId="{4598B73B-7625-460D-848D-9E21C59CA27A}" type="pres">
      <dgm:prSet presAssocID="{471C8BFC-8154-41A8-BCFE-45E2022C4497}" presName="level3hierChild" presStyleCnt="0"/>
      <dgm:spPr/>
    </dgm:pt>
    <dgm:pt modelId="{DD59CC5A-E441-418E-8012-5C65B773A3B1}" type="pres">
      <dgm:prSet presAssocID="{A34DB196-500F-42D5-AD57-75BF8346FA4F}" presName="conn2-1" presStyleLbl="parChTrans1D3" presStyleIdx="0" presStyleCnt="4"/>
      <dgm:spPr/>
    </dgm:pt>
    <dgm:pt modelId="{B898564D-F734-422B-B72A-72E031603BC4}" type="pres">
      <dgm:prSet presAssocID="{A34DB196-500F-42D5-AD57-75BF8346FA4F}" presName="connTx" presStyleLbl="parChTrans1D3" presStyleIdx="0" presStyleCnt="4"/>
      <dgm:spPr/>
    </dgm:pt>
    <dgm:pt modelId="{49021938-3885-4414-8190-6FA32997C5E5}" type="pres">
      <dgm:prSet presAssocID="{86D34C6E-CA7B-4287-ABA5-2A8235604B67}" presName="root2" presStyleCnt="0"/>
      <dgm:spPr/>
    </dgm:pt>
    <dgm:pt modelId="{9B23B078-2F37-4753-827A-4DC7F5953D4A}" type="pres">
      <dgm:prSet presAssocID="{86D34C6E-CA7B-4287-ABA5-2A8235604B67}" presName="LevelTwoTextNode" presStyleLbl="node3" presStyleIdx="0" presStyleCnt="4" custScaleX="132334" custScaleY="254333">
        <dgm:presLayoutVars>
          <dgm:chPref val="3"/>
        </dgm:presLayoutVars>
      </dgm:prSet>
      <dgm:spPr/>
    </dgm:pt>
    <dgm:pt modelId="{69C6982A-11E3-40D3-81B2-3F9C84F29100}" type="pres">
      <dgm:prSet presAssocID="{86D34C6E-CA7B-4287-ABA5-2A8235604B67}" presName="level3hierChild" presStyleCnt="0"/>
      <dgm:spPr/>
    </dgm:pt>
    <dgm:pt modelId="{07DAA2A5-6D3A-4EE7-8DDE-FDAE2E9FE7DF}" type="pres">
      <dgm:prSet presAssocID="{DD3E7439-1F65-464D-AC35-6FD24D301B9F}" presName="conn2-1" presStyleLbl="parChTrans1D4" presStyleIdx="0" presStyleCnt="5"/>
      <dgm:spPr/>
    </dgm:pt>
    <dgm:pt modelId="{8DAD9889-66A8-4665-8856-7F07AD9F7467}" type="pres">
      <dgm:prSet presAssocID="{DD3E7439-1F65-464D-AC35-6FD24D301B9F}" presName="connTx" presStyleLbl="parChTrans1D4" presStyleIdx="0" presStyleCnt="5"/>
      <dgm:spPr/>
    </dgm:pt>
    <dgm:pt modelId="{932AC521-049F-4FF5-AC11-851E558DF42C}" type="pres">
      <dgm:prSet presAssocID="{D17BFC8D-8B3A-4019-A450-D92DA177CD9E}" presName="root2" presStyleCnt="0"/>
      <dgm:spPr/>
    </dgm:pt>
    <dgm:pt modelId="{24F84BB8-808E-46EC-AC45-E1A7E1829D85}" type="pres">
      <dgm:prSet presAssocID="{D17BFC8D-8B3A-4019-A450-D92DA177CD9E}" presName="LevelTwoTextNode" presStyleLbl="node4" presStyleIdx="0" presStyleCnt="5">
        <dgm:presLayoutVars>
          <dgm:chPref val="3"/>
        </dgm:presLayoutVars>
      </dgm:prSet>
      <dgm:spPr/>
    </dgm:pt>
    <dgm:pt modelId="{CA9A6EBE-56EC-49F3-B84E-C41EC163DBB5}" type="pres">
      <dgm:prSet presAssocID="{D17BFC8D-8B3A-4019-A450-D92DA177CD9E}" presName="level3hierChild" presStyleCnt="0"/>
      <dgm:spPr/>
    </dgm:pt>
    <dgm:pt modelId="{84388261-728E-4471-85CB-B757044741C9}" type="pres">
      <dgm:prSet presAssocID="{9E36A16C-5785-4D2B-AA57-C4E44C9CE915}" presName="conn2-1" presStyleLbl="parChTrans1D4" presStyleIdx="1" presStyleCnt="5"/>
      <dgm:spPr/>
    </dgm:pt>
    <dgm:pt modelId="{7B150CA3-B07B-429D-A15F-AE0184D5511B}" type="pres">
      <dgm:prSet presAssocID="{9E36A16C-5785-4D2B-AA57-C4E44C9CE915}" presName="connTx" presStyleLbl="parChTrans1D4" presStyleIdx="1" presStyleCnt="5"/>
      <dgm:spPr/>
    </dgm:pt>
    <dgm:pt modelId="{16B93ED6-FF40-43BB-94CC-476039C7D4AD}" type="pres">
      <dgm:prSet presAssocID="{EEF101EC-1B9C-44B2-9A94-E0CB4150A863}" presName="root2" presStyleCnt="0"/>
      <dgm:spPr/>
    </dgm:pt>
    <dgm:pt modelId="{9BA92B15-5B80-413C-BFDF-3DC790179850}" type="pres">
      <dgm:prSet presAssocID="{EEF101EC-1B9C-44B2-9A94-E0CB4150A863}" presName="LevelTwoTextNode" presStyleLbl="node4" presStyleIdx="1" presStyleCnt="5">
        <dgm:presLayoutVars>
          <dgm:chPref val="3"/>
        </dgm:presLayoutVars>
      </dgm:prSet>
      <dgm:spPr/>
    </dgm:pt>
    <dgm:pt modelId="{EA860EB4-CC54-44AC-BB48-E0191D8579D5}" type="pres">
      <dgm:prSet presAssocID="{EEF101EC-1B9C-44B2-9A94-E0CB4150A863}" presName="level3hierChild" presStyleCnt="0"/>
      <dgm:spPr/>
    </dgm:pt>
    <dgm:pt modelId="{E2F90FDB-F2C9-43F5-B585-280CF78BD930}" type="pres">
      <dgm:prSet presAssocID="{EAFCE804-307A-4AD7-B553-ECD1B9485CBF}" presName="conn2-1" presStyleLbl="parChTrans1D4" presStyleIdx="2" presStyleCnt="5"/>
      <dgm:spPr/>
    </dgm:pt>
    <dgm:pt modelId="{61AB3DBD-9302-468D-B645-C2076ED70C27}" type="pres">
      <dgm:prSet presAssocID="{EAFCE804-307A-4AD7-B553-ECD1B9485CBF}" presName="connTx" presStyleLbl="parChTrans1D4" presStyleIdx="2" presStyleCnt="5"/>
      <dgm:spPr/>
    </dgm:pt>
    <dgm:pt modelId="{2AE675F4-294A-4A05-AFAE-063AEBE8F11A}" type="pres">
      <dgm:prSet presAssocID="{17E0C034-3C8D-4285-A069-799BBBE8A2DE}" presName="root2" presStyleCnt="0"/>
      <dgm:spPr/>
    </dgm:pt>
    <dgm:pt modelId="{E955E2D9-090D-464F-A01F-1E774D3ED970}" type="pres">
      <dgm:prSet presAssocID="{17E0C034-3C8D-4285-A069-799BBBE8A2DE}" presName="LevelTwoTextNode" presStyleLbl="node4" presStyleIdx="2" presStyleCnt="5">
        <dgm:presLayoutVars>
          <dgm:chPref val="3"/>
        </dgm:presLayoutVars>
      </dgm:prSet>
      <dgm:spPr/>
    </dgm:pt>
    <dgm:pt modelId="{3A56B927-9432-4B22-8FDE-3ACBEDA7B3A7}" type="pres">
      <dgm:prSet presAssocID="{17E0C034-3C8D-4285-A069-799BBBE8A2DE}" presName="level3hierChild" presStyleCnt="0"/>
      <dgm:spPr/>
    </dgm:pt>
    <dgm:pt modelId="{B0EA2BB6-4913-4711-AE5E-AE7AB8303DD6}" type="pres">
      <dgm:prSet presAssocID="{B818CFA4-6666-443A-9EBB-8F7F6F521B03}" presName="conn2-1" presStyleLbl="parChTrans1D2" presStyleIdx="1" presStyleCnt="4"/>
      <dgm:spPr/>
    </dgm:pt>
    <dgm:pt modelId="{F6117505-EC3C-497E-B7F1-102BEB9C8A01}" type="pres">
      <dgm:prSet presAssocID="{B818CFA4-6666-443A-9EBB-8F7F6F521B03}" presName="connTx" presStyleLbl="parChTrans1D2" presStyleIdx="1" presStyleCnt="4"/>
      <dgm:spPr/>
    </dgm:pt>
    <dgm:pt modelId="{A8AE7129-AA2B-424A-966C-581E0D432FF5}" type="pres">
      <dgm:prSet presAssocID="{328281FA-F439-4988-BD09-6C8322B82A2A}" presName="root2" presStyleCnt="0"/>
      <dgm:spPr/>
    </dgm:pt>
    <dgm:pt modelId="{A8EC3B3D-34DE-488A-807F-3F45A51031EF}" type="pres">
      <dgm:prSet presAssocID="{328281FA-F439-4988-BD09-6C8322B82A2A}" presName="LevelTwoTextNode" presStyleLbl="node2" presStyleIdx="1" presStyleCnt="4" custScaleY="169208">
        <dgm:presLayoutVars>
          <dgm:chPref val="3"/>
        </dgm:presLayoutVars>
      </dgm:prSet>
      <dgm:spPr/>
    </dgm:pt>
    <dgm:pt modelId="{C9073904-15C9-4FCD-9448-62F687CE87E5}" type="pres">
      <dgm:prSet presAssocID="{328281FA-F439-4988-BD09-6C8322B82A2A}" presName="level3hierChild" presStyleCnt="0"/>
      <dgm:spPr/>
    </dgm:pt>
    <dgm:pt modelId="{77F5CB65-92F9-4915-BFD6-EC1CD766B5F8}" type="pres">
      <dgm:prSet presAssocID="{CA34CDFD-088B-48CB-A0B3-B85F11C8EF7C}" presName="conn2-1" presStyleLbl="parChTrans1D3" presStyleIdx="1" presStyleCnt="4"/>
      <dgm:spPr/>
    </dgm:pt>
    <dgm:pt modelId="{9164EA54-8224-4D42-B119-B84F943FF5AD}" type="pres">
      <dgm:prSet presAssocID="{CA34CDFD-088B-48CB-A0B3-B85F11C8EF7C}" presName="connTx" presStyleLbl="parChTrans1D3" presStyleIdx="1" presStyleCnt="4"/>
      <dgm:spPr/>
    </dgm:pt>
    <dgm:pt modelId="{A6742B92-1D9F-4319-8FC8-844DB079CC26}" type="pres">
      <dgm:prSet presAssocID="{4D9D0FD5-DE50-42F7-896D-50B4A9D27384}" presName="root2" presStyleCnt="0"/>
      <dgm:spPr/>
    </dgm:pt>
    <dgm:pt modelId="{41CCC85B-2978-4FCC-837A-98E21A3807FA}" type="pres">
      <dgm:prSet presAssocID="{4D9D0FD5-DE50-42F7-896D-50B4A9D27384}" presName="LevelTwoTextNode" presStyleLbl="node3" presStyleIdx="1" presStyleCnt="4" custScaleX="133225" custScaleY="314599">
        <dgm:presLayoutVars>
          <dgm:chPref val="3"/>
        </dgm:presLayoutVars>
      </dgm:prSet>
      <dgm:spPr/>
    </dgm:pt>
    <dgm:pt modelId="{09E559A3-2F79-4F33-9502-1136EB539B6F}" type="pres">
      <dgm:prSet presAssocID="{4D9D0FD5-DE50-42F7-896D-50B4A9D27384}" presName="level3hierChild" presStyleCnt="0"/>
      <dgm:spPr/>
    </dgm:pt>
    <dgm:pt modelId="{037FE719-4B24-4B5A-83D3-F43F895673E3}" type="pres">
      <dgm:prSet presAssocID="{121AC87A-AE67-437D-BD3C-EF3AE44D11BB}" presName="conn2-1" presStyleLbl="parChTrans1D4" presStyleIdx="3" presStyleCnt="5"/>
      <dgm:spPr/>
    </dgm:pt>
    <dgm:pt modelId="{97969924-CACA-4018-81DD-154F946A432A}" type="pres">
      <dgm:prSet presAssocID="{121AC87A-AE67-437D-BD3C-EF3AE44D11BB}" presName="connTx" presStyleLbl="parChTrans1D4" presStyleIdx="3" presStyleCnt="5"/>
      <dgm:spPr/>
    </dgm:pt>
    <dgm:pt modelId="{7AB21634-EEE7-4EAE-9009-CC5BC96A868A}" type="pres">
      <dgm:prSet presAssocID="{4E541D21-72C6-47A5-89F1-E7CAABB2260B}" presName="root2" presStyleCnt="0"/>
      <dgm:spPr/>
    </dgm:pt>
    <dgm:pt modelId="{C6C74905-3F54-4927-96E8-C540CE653708}" type="pres">
      <dgm:prSet presAssocID="{4E541D21-72C6-47A5-89F1-E7CAABB2260B}" presName="LevelTwoTextNode" presStyleLbl="node4" presStyleIdx="3" presStyleCnt="5">
        <dgm:presLayoutVars>
          <dgm:chPref val="3"/>
        </dgm:presLayoutVars>
      </dgm:prSet>
      <dgm:spPr/>
    </dgm:pt>
    <dgm:pt modelId="{1F87D459-AAF1-4ED8-9449-BC2FE9931D08}" type="pres">
      <dgm:prSet presAssocID="{4E541D21-72C6-47A5-89F1-E7CAABB2260B}" presName="level3hierChild" presStyleCnt="0"/>
      <dgm:spPr/>
    </dgm:pt>
    <dgm:pt modelId="{5B50F337-D33B-4BA8-B603-9E17512BC33E}" type="pres">
      <dgm:prSet presAssocID="{3AF48BE1-380F-462B-A40A-83E3D7424B29}" presName="conn2-1" presStyleLbl="parChTrans1D4" presStyleIdx="4" presStyleCnt="5"/>
      <dgm:spPr/>
    </dgm:pt>
    <dgm:pt modelId="{231B332E-009C-426C-86B9-6C3E0410F30A}" type="pres">
      <dgm:prSet presAssocID="{3AF48BE1-380F-462B-A40A-83E3D7424B29}" presName="connTx" presStyleLbl="parChTrans1D4" presStyleIdx="4" presStyleCnt="5"/>
      <dgm:spPr/>
    </dgm:pt>
    <dgm:pt modelId="{3D0388D6-F198-4609-A747-987190DDE7C9}" type="pres">
      <dgm:prSet presAssocID="{690BFDE9-36A7-4554-B038-EDB150AAE320}" presName="root2" presStyleCnt="0"/>
      <dgm:spPr/>
    </dgm:pt>
    <dgm:pt modelId="{8EAF2E42-BB1E-4FEC-B3F6-E340A16D06FE}" type="pres">
      <dgm:prSet presAssocID="{690BFDE9-36A7-4554-B038-EDB150AAE320}" presName="LevelTwoTextNode" presStyleLbl="node4" presStyleIdx="4" presStyleCnt="5">
        <dgm:presLayoutVars>
          <dgm:chPref val="3"/>
        </dgm:presLayoutVars>
      </dgm:prSet>
      <dgm:spPr/>
    </dgm:pt>
    <dgm:pt modelId="{EEC16CA8-29B7-45AF-9683-8ECFA008A91A}" type="pres">
      <dgm:prSet presAssocID="{690BFDE9-36A7-4554-B038-EDB150AAE320}" presName="level3hierChild" presStyleCnt="0"/>
      <dgm:spPr/>
    </dgm:pt>
    <dgm:pt modelId="{9BA7F38C-3750-43FC-BAC7-F6CC4992D127}" type="pres">
      <dgm:prSet presAssocID="{A1C8B8F2-BD34-439B-84C6-EB3D589444E3}" presName="conn2-1" presStyleLbl="parChTrans1D2" presStyleIdx="2" presStyleCnt="4"/>
      <dgm:spPr/>
    </dgm:pt>
    <dgm:pt modelId="{D36F2BB2-A1DD-4B11-8209-D2FA91CFC31C}" type="pres">
      <dgm:prSet presAssocID="{A1C8B8F2-BD34-439B-84C6-EB3D589444E3}" presName="connTx" presStyleLbl="parChTrans1D2" presStyleIdx="2" presStyleCnt="4"/>
      <dgm:spPr/>
    </dgm:pt>
    <dgm:pt modelId="{F43B999D-987F-43E1-A479-901FF312C9D9}" type="pres">
      <dgm:prSet presAssocID="{3A51636A-E6E3-4159-8A9D-84E2CE54B3AB}" presName="root2" presStyleCnt="0"/>
      <dgm:spPr/>
    </dgm:pt>
    <dgm:pt modelId="{6CAEC8C0-9E94-4EDE-B715-7B60D0C45154}" type="pres">
      <dgm:prSet presAssocID="{3A51636A-E6E3-4159-8A9D-84E2CE54B3AB}" presName="LevelTwoTextNode" presStyleLbl="node2" presStyleIdx="2" presStyleCnt="4" custScaleY="169208">
        <dgm:presLayoutVars>
          <dgm:chPref val="3"/>
        </dgm:presLayoutVars>
      </dgm:prSet>
      <dgm:spPr/>
    </dgm:pt>
    <dgm:pt modelId="{BEC7FA14-3BBE-4FD4-9B34-80383018717A}" type="pres">
      <dgm:prSet presAssocID="{3A51636A-E6E3-4159-8A9D-84E2CE54B3AB}" presName="level3hierChild" presStyleCnt="0"/>
      <dgm:spPr/>
    </dgm:pt>
    <dgm:pt modelId="{90863B8A-8C8F-4A7B-A94C-ED4D0D7B1ED0}" type="pres">
      <dgm:prSet presAssocID="{ECF784F3-5B9A-4BC9-A3FC-057CA8BE1D8D}" presName="conn2-1" presStyleLbl="parChTrans1D3" presStyleIdx="2" presStyleCnt="4"/>
      <dgm:spPr/>
    </dgm:pt>
    <dgm:pt modelId="{6DE62FE3-D3F5-40FC-87DA-8499316EB322}" type="pres">
      <dgm:prSet presAssocID="{ECF784F3-5B9A-4BC9-A3FC-057CA8BE1D8D}" presName="connTx" presStyleLbl="parChTrans1D3" presStyleIdx="2" presStyleCnt="4"/>
      <dgm:spPr/>
    </dgm:pt>
    <dgm:pt modelId="{6F605CA6-935E-4E2B-931F-AB7E8690311B}" type="pres">
      <dgm:prSet presAssocID="{E8965649-523D-43EF-BC32-D422BD5B41DA}" presName="root2" presStyleCnt="0"/>
      <dgm:spPr/>
    </dgm:pt>
    <dgm:pt modelId="{A4E933DC-CCD1-4377-BB54-473900B3A8EC}" type="pres">
      <dgm:prSet presAssocID="{E8965649-523D-43EF-BC32-D422BD5B41DA}" presName="LevelTwoTextNode" presStyleLbl="node3" presStyleIdx="2" presStyleCnt="4" custScaleX="133991" custScaleY="184070">
        <dgm:presLayoutVars>
          <dgm:chPref val="3"/>
        </dgm:presLayoutVars>
      </dgm:prSet>
      <dgm:spPr/>
    </dgm:pt>
    <dgm:pt modelId="{E9C58186-F256-491C-81B4-DFE8B9699ACF}" type="pres">
      <dgm:prSet presAssocID="{E8965649-523D-43EF-BC32-D422BD5B41DA}" presName="level3hierChild" presStyleCnt="0"/>
      <dgm:spPr/>
    </dgm:pt>
    <dgm:pt modelId="{81AF7B1A-5B27-4145-90D0-4113DC3EC9FD}" type="pres">
      <dgm:prSet presAssocID="{45861AFA-B823-474E-A036-F7CED30C2473}" presName="conn2-1" presStyleLbl="parChTrans1D2" presStyleIdx="3" presStyleCnt="4"/>
      <dgm:spPr/>
    </dgm:pt>
    <dgm:pt modelId="{9B2DE51F-7729-284A-AB35-A0E08E72E519}" type="pres">
      <dgm:prSet presAssocID="{45861AFA-B823-474E-A036-F7CED30C2473}" presName="connTx" presStyleLbl="parChTrans1D2" presStyleIdx="3" presStyleCnt="4"/>
      <dgm:spPr/>
    </dgm:pt>
    <dgm:pt modelId="{B254DD62-ED4E-814D-B179-0C5E309D80ED}" type="pres">
      <dgm:prSet presAssocID="{009B20AB-6663-BF4E-9B32-55C849594348}" presName="root2" presStyleCnt="0"/>
      <dgm:spPr/>
    </dgm:pt>
    <dgm:pt modelId="{27BAD988-81A9-F54A-ADF2-382E55250D23}" type="pres">
      <dgm:prSet presAssocID="{009B20AB-6663-BF4E-9B32-55C849594348}" presName="LevelTwoTextNode" presStyleLbl="node2" presStyleIdx="3" presStyleCnt="4" custScaleY="156865">
        <dgm:presLayoutVars>
          <dgm:chPref val="3"/>
        </dgm:presLayoutVars>
      </dgm:prSet>
      <dgm:spPr>
        <a:xfrm>
          <a:off x="1194538" y="3732248"/>
          <a:ext cx="1532501" cy="467226"/>
        </a:xfrm>
        <a:prstGeom prst="rect">
          <a:avLst/>
        </a:prstGeom>
      </dgm:spPr>
    </dgm:pt>
    <dgm:pt modelId="{E018120B-2256-5449-8C18-02ABF4DC3B29}" type="pres">
      <dgm:prSet presAssocID="{009B20AB-6663-BF4E-9B32-55C849594348}" presName="level3hierChild" presStyleCnt="0"/>
      <dgm:spPr/>
    </dgm:pt>
    <dgm:pt modelId="{33777280-7424-C34D-BDD8-3CE67AEC6F55}" type="pres">
      <dgm:prSet presAssocID="{E0C69463-BACE-3A47-8499-A04A2F440DCD}" presName="conn2-1" presStyleLbl="parChTrans1D3" presStyleIdx="3" presStyleCnt="4"/>
      <dgm:spPr/>
    </dgm:pt>
    <dgm:pt modelId="{F282FDA6-36AB-7B49-8765-3F06C1033E01}" type="pres">
      <dgm:prSet presAssocID="{E0C69463-BACE-3A47-8499-A04A2F440DCD}" presName="connTx" presStyleLbl="parChTrans1D3" presStyleIdx="3" presStyleCnt="4"/>
      <dgm:spPr/>
    </dgm:pt>
    <dgm:pt modelId="{AEA13141-AF3A-554B-BBC2-A1DAA4AB942B}" type="pres">
      <dgm:prSet presAssocID="{4FBA39A8-12FB-ED49-8C99-8E50A0D76B8A}" presName="root2" presStyleCnt="0"/>
      <dgm:spPr/>
    </dgm:pt>
    <dgm:pt modelId="{DA23EF72-17A2-6D40-B22D-F1D4025927E0}" type="pres">
      <dgm:prSet presAssocID="{4FBA39A8-12FB-ED49-8C99-8E50A0D76B8A}" presName="LevelTwoTextNode" presStyleLbl="node3" presStyleIdx="3" presStyleCnt="4" custScaleY="129988">
        <dgm:presLayoutVars>
          <dgm:chPref val="3"/>
        </dgm:presLayoutVars>
      </dgm:prSet>
      <dgm:spPr/>
    </dgm:pt>
    <dgm:pt modelId="{3ABF8530-E823-D649-A0F5-E04B19100F18}" type="pres">
      <dgm:prSet presAssocID="{4FBA39A8-12FB-ED49-8C99-8E50A0D76B8A}" presName="level3hierChild" presStyleCnt="0"/>
      <dgm:spPr/>
    </dgm:pt>
  </dgm:ptLst>
  <dgm:cxnLst>
    <dgm:cxn modelId="{8E7B6701-B845-4338-9CED-50D46F080279}" type="presOf" srcId="{121AC87A-AE67-437D-BD3C-EF3AE44D11BB}" destId="{97969924-CACA-4018-81DD-154F946A432A}" srcOrd="1" destOrd="0" presId="urn:microsoft.com/office/officeart/2008/layout/HorizontalMultiLevelHierarchy"/>
    <dgm:cxn modelId="{10A82504-DC41-49AD-AD0F-B135891AE1F9}" srcId="{FAD4C588-C6D9-4638-B320-EF88D7E34EB4}" destId="{471C8BFC-8154-41A8-BCFE-45E2022C4497}" srcOrd="0" destOrd="0" parTransId="{155AEE17-3951-4496-8AA2-8ED8244B2818}" sibTransId="{6768511E-9708-45CC-8B2B-CC9925664236}"/>
    <dgm:cxn modelId="{1BF0590D-3911-43E1-A025-A283D27C2680}" type="presOf" srcId="{A1C8B8F2-BD34-439B-84C6-EB3D589444E3}" destId="{9BA7F38C-3750-43FC-BAC7-F6CC4992D127}" srcOrd="0" destOrd="0" presId="urn:microsoft.com/office/officeart/2008/layout/HorizontalMultiLevelHierarchy"/>
    <dgm:cxn modelId="{D548E810-3ADD-46CF-A5B8-91AFF4812142}" type="presOf" srcId="{155AEE17-3951-4496-8AA2-8ED8244B2818}" destId="{FDB3508B-EA24-4B64-AFB4-D35B7EA06D12}" srcOrd="1" destOrd="0" presId="urn:microsoft.com/office/officeart/2008/layout/HorizontalMultiLevelHierarchy"/>
    <dgm:cxn modelId="{36D2F614-D0AB-4E34-B3CF-DCC23C111306}" type="presOf" srcId="{4E541D21-72C6-47A5-89F1-E7CAABB2260B}" destId="{C6C74905-3F54-4927-96E8-C540CE653708}" srcOrd="0" destOrd="0" presId="urn:microsoft.com/office/officeart/2008/layout/HorizontalMultiLevelHierarchy"/>
    <dgm:cxn modelId="{CE18AF15-ED1F-4E74-A48D-54D0D34DC0A2}" type="presOf" srcId="{CA34CDFD-088B-48CB-A0B3-B85F11C8EF7C}" destId="{77F5CB65-92F9-4915-BFD6-EC1CD766B5F8}" srcOrd="0" destOrd="0" presId="urn:microsoft.com/office/officeart/2008/layout/HorizontalMultiLevelHierarchy"/>
    <dgm:cxn modelId="{9A25B11D-A204-4378-A819-D9921E026DC7}" type="presOf" srcId="{EAFCE804-307A-4AD7-B553-ECD1B9485CBF}" destId="{E2F90FDB-F2C9-43F5-B585-280CF78BD930}" srcOrd="0" destOrd="0" presId="urn:microsoft.com/office/officeart/2008/layout/HorizontalMultiLevelHierarchy"/>
    <dgm:cxn modelId="{47134F29-A489-4A08-935C-D3E8A4323C98}" srcId="{471C8BFC-8154-41A8-BCFE-45E2022C4497}" destId="{86D34C6E-CA7B-4287-ABA5-2A8235604B67}" srcOrd="0" destOrd="0" parTransId="{A34DB196-500F-42D5-AD57-75BF8346FA4F}" sibTransId="{0409901E-5F62-44F7-8DE9-AE4472E6A3F9}"/>
    <dgm:cxn modelId="{A01B7F2D-0AA8-42CB-9162-6AE7FDE117C3}" type="presOf" srcId="{ECF784F3-5B9A-4BC9-A3FC-057CA8BE1D8D}" destId="{6DE62FE3-D3F5-40FC-87DA-8499316EB322}" srcOrd="1" destOrd="0" presId="urn:microsoft.com/office/officeart/2008/layout/HorizontalMultiLevelHierarchy"/>
    <dgm:cxn modelId="{CF93FB2D-6C1E-4C9A-BB12-666A87C358E4}" type="presOf" srcId="{A1C8B8F2-BD34-439B-84C6-EB3D589444E3}" destId="{D36F2BB2-A1DD-4B11-8209-D2FA91CFC31C}" srcOrd="1" destOrd="0" presId="urn:microsoft.com/office/officeart/2008/layout/HorizontalMultiLevelHierarchy"/>
    <dgm:cxn modelId="{6115522F-976F-4C36-BDA8-72793A30D9AE}" type="presOf" srcId="{EEF101EC-1B9C-44B2-9A94-E0CB4150A863}" destId="{9BA92B15-5B80-413C-BFDF-3DC790179850}" srcOrd="0" destOrd="0" presId="urn:microsoft.com/office/officeart/2008/layout/HorizontalMultiLevelHierarchy"/>
    <dgm:cxn modelId="{C453742F-37DA-4DCF-8679-3E51D3FD067C}" type="presOf" srcId="{63B73F18-EA81-4547-BFF8-0ED80F90888D}" destId="{BCA7E6AB-64D9-4770-8BA5-AF92A510F1FC}" srcOrd="0" destOrd="0" presId="urn:microsoft.com/office/officeart/2008/layout/HorizontalMultiLevelHierarchy"/>
    <dgm:cxn modelId="{A4703B31-FE9F-44E6-A9D3-FFA4DC641F3E}" type="presOf" srcId="{3AF48BE1-380F-462B-A40A-83E3D7424B29}" destId="{5B50F337-D33B-4BA8-B603-9E17512BC33E}" srcOrd="0" destOrd="0" presId="urn:microsoft.com/office/officeart/2008/layout/HorizontalMultiLevelHierarchy"/>
    <dgm:cxn modelId="{04849032-98AB-4F69-9D4E-9B44732259E5}" type="presOf" srcId="{EAFCE804-307A-4AD7-B553-ECD1B9485CBF}" destId="{61AB3DBD-9302-468D-B645-C2076ED70C27}" srcOrd="1" destOrd="0" presId="urn:microsoft.com/office/officeart/2008/layout/HorizontalMultiLevelHierarchy"/>
    <dgm:cxn modelId="{B9E4CF39-B8DF-46C2-9FD6-9ADC66EA3548}" type="presOf" srcId="{3AF48BE1-380F-462B-A40A-83E3D7424B29}" destId="{231B332E-009C-426C-86B9-6C3E0410F30A}" srcOrd="1" destOrd="0" presId="urn:microsoft.com/office/officeart/2008/layout/HorizontalMultiLevelHierarchy"/>
    <dgm:cxn modelId="{55BF1A3B-CF99-48B2-A79E-D135DE73C3F3}" srcId="{63B73F18-EA81-4547-BFF8-0ED80F90888D}" destId="{FAD4C588-C6D9-4638-B320-EF88D7E34EB4}" srcOrd="0" destOrd="0" parTransId="{9326E839-96F0-4D53-BDF7-D8E5E47EE76E}" sibTransId="{32353789-EB6C-474E-827A-9936A2F0E348}"/>
    <dgm:cxn modelId="{BE1FBD3E-14FA-43A5-BDDA-4143C0DD9550}" type="presOf" srcId="{B818CFA4-6666-443A-9EBB-8F7F6F521B03}" destId="{B0EA2BB6-4913-4711-AE5E-AE7AB8303DD6}" srcOrd="0" destOrd="0" presId="urn:microsoft.com/office/officeart/2008/layout/HorizontalMultiLevelHierarchy"/>
    <dgm:cxn modelId="{0DE2E13E-1A32-437E-9AC2-B4516326FB77}" type="presOf" srcId="{328281FA-F439-4988-BD09-6C8322B82A2A}" destId="{A8EC3B3D-34DE-488A-807F-3F45A51031EF}" srcOrd="0" destOrd="0" presId="urn:microsoft.com/office/officeart/2008/layout/HorizontalMultiLevelHierarchy"/>
    <dgm:cxn modelId="{8280C85D-FC83-4B39-A173-5ED6F4566E75}" type="presOf" srcId="{45861AFA-B823-474E-A036-F7CED30C2473}" destId="{9B2DE51F-7729-284A-AB35-A0E08E72E519}" srcOrd="1" destOrd="0" presId="urn:microsoft.com/office/officeart/2008/layout/HorizontalMultiLevelHierarchy"/>
    <dgm:cxn modelId="{B9F61B41-276B-4A08-9F8D-9C614EF92F6F}" type="presOf" srcId="{B818CFA4-6666-443A-9EBB-8F7F6F521B03}" destId="{F6117505-EC3C-497E-B7F1-102BEB9C8A01}" srcOrd="1" destOrd="0" presId="urn:microsoft.com/office/officeart/2008/layout/HorizontalMultiLevelHierarchy"/>
    <dgm:cxn modelId="{19769441-FB44-4243-B5C3-75B47580AC21}" type="presOf" srcId="{471C8BFC-8154-41A8-BCFE-45E2022C4497}" destId="{2A3C123C-F183-4395-A3DB-4F7AEDE3A36B}" srcOrd="0" destOrd="0" presId="urn:microsoft.com/office/officeart/2008/layout/HorizontalMultiLevelHierarchy"/>
    <dgm:cxn modelId="{9F33CE44-8113-9E4D-89D7-0B2D6F1B7CA4}" srcId="{009B20AB-6663-BF4E-9B32-55C849594348}" destId="{4FBA39A8-12FB-ED49-8C99-8E50A0D76B8A}" srcOrd="0" destOrd="0" parTransId="{E0C69463-BACE-3A47-8499-A04A2F440DCD}" sibTransId="{678C62D2-1EF6-F944-A257-0FF74C08DBA3}"/>
    <dgm:cxn modelId="{163F4B49-22D4-4FD8-9807-36A3CE6982A6}" srcId="{FAD4C588-C6D9-4638-B320-EF88D7E34EB4}" destId="{3A51636A-E6E3-4159-8A9D-84E2CE54B3AB}" srcOrd="2" destOrd="0" parTransId="{A1C8B8F2-BD34-439B-84C6-EB3D589444E3}" sibTransId="{3F9C7219-6AC6-4CBF-B3C2-E75C18EF5FD4}"/>
    <dgm:cxn modelId="{062F536F-0997-431C-A51E-B299FB5B8B3E}" srcId="{86D34C6E-CA7B-4287-ABA5-2A8235604B67}" destId="{D17BFC8D-8B3A-4019-A450-D92DA177CD9E}" srcOrd="0" destOrd="0" parTransId="{DD3E7439-1F65-464D-AC35-6FD24D301B9F}" sibTransId="{5206B9F5-FE99-4259-A875-DE8C3A6FF543}"/>
    <dgm:cxn modelId="{FC33AA50-9E5E-4E3E-AF9C-063F0E336367}" type="presOf" srcId="{3A51636A-E6E3-4159-8A9D-84E2CE54B3AB}" destId="{6CAEC8C0-9E94-4EDE-B715-7B60D0C45154}" srcOrd="0" destOrd="0" presId="urn:microsoft.com/office/officeart/2008/layout/HorizontalMultiLevelHierarchy"/>
    <dgm:cxn modelId="{51111371-88FC-4FD2-B4EB-E886E23A9278}" srcId="{328281FA-F439-4988-BD09-6C8322B82A2A}" destId="{4D9D0FD5-DE50-42F7-896D-50B4A9D27384}" srcOrd="0" destOrd="0" parTransId="{CA34CDFD-088B-48CB-A0B3-B85F11C8EF7C}" sibTransId="{EB54E02E-1B19-485A-8B0E-6BF28172C1C2}"/>
    <dgm:cxn modelId="{B9F60B72-ECBE-4ADD-A946-082EAB6EB800}" srcId="{FAD4C588-C6D9-4638-B320-EF88D7E34EB4}" destId="{328281FA-F439-4988-BD09-6C8322B82A2A}" srcOrd="1" destOrd="0" parTransId="{B818CFA4-6666-443A-9EBB-8F7F6F521B03}" sibTransId="{BEBC7F8A-FE38-4C76-B6FB-490FF1E2C2C3}"/>
    <dgm:cxn modelId="{E1539758-FA18-4AE9-A693-EB898985B917}" type="presOf" srcId="{CA34CDFD-088B-48CB-A0B3-B85F11C8EF7C}" destId="{9164EA54-8224-4D42-B119-B84F943FF5AD}" srcOrd="1" destOrd="0" presId="urn:microsoft.com/office/officeart/2008/layout/HorizontalMultiLevelHierarchy"/>
    <dgm:cxn modelId="{83A5B058-B734-4259-AD0B-AC025400D500}" srcId="{86D34C6E-CA7B-4287-ABA5-2A8235604B67}" destId="{EEF101EC-1B9C-44B2-9A94-E0CB4150A863}" srcOrd="1" destOrd="0" parTransId="{9E36A16C-5785-4D2B-AA57-C4E44C9CE915}" sibTransId="{BE3CF1DA-6135-4959-A221-79B75C273014}"/>
    <dgm:cxn modelId="{DF4A5F80-C994-462E-ABD5-A538D3B6FA81}" srcId="{4D9D0FD5-DE50-42F7-896D-50B4A9D27384}" destId="{690BFDE9-36A7-4554-B038-EDB150AAE320}" srcOrd="1" destOrd="0" parTransId="{3AF48BE1-380F-462B-A40A-83E3D7424B29}" sibTransId="{AFC850FB-CF7D-461B-873B-417FD7C7846E}"/>
    <dgm:cxn modelId="{22EE5F80-8EBF-4EDD-8E27-924442831F59}" type="presOf" srcId="{9E36A16C-5785-4D2B-AA57-C4E44C9CE915}" destId="{84388261-728E-4471-85CB-B757044741C9}" srcOrd="0" destOrd="0" presId="urn:microsoft.com/office/officeart/2008/layout/HorizontalMultiLevelHierarchy"/>
    <dgm:cxn modelId="{B5697480-D7CA-4DD6-BB9C-12A9678C9D27}" type="presOf" srcId="{DD3E7439-1F65-464D-AC35-6FD24D301B9F}" destId="{8DAD9889-66A8-4665-8856-7F07AD9F7467}" srcOrd="1" destOrd="0" presId="urn:microsoft.com/office/officeart/2008/layout/HorizontalMultiLevelHierarchy"/>
    <dgm:cxn modelId="{440DF480-2EEE-4E82-863D-46D5000A7E43}" type="presOf" srcId="{E0C69463-BACE-3A47-8499-A04A2F440DCD}" destId="{F282FDA6-36AB-7B49-8765-3F06C1033E01}" srcOrd="1" destOrd="0" presId="urn:microsoft.com/office/officeart/2008/layout/HorizontalMultiLevelHierarchy"/>
    <dgm:cxn modelId="{9FEADE85-DD54-49D4-839A-4C5340EDE045}" type="presOf" srcId="{4D9D0FD5-DE50-42F7-896D-50B4A9D27384}" destId="{41CCC85B-2978-4FCC-837A-98E21A3807FA}" srcOrd="0" destOrd="0" presId="urn:microsoft.com/office/officeart/2008/layout/HorizontalMultiLevelHierarchy"/>
    <dgm:cxn modelId="{2EB1FE88-BB74-41DD-8711-80836A95CEC3}" type="presOf" srcId="{155AEE17-3951-4496-8AA2-8ED8244B2818}" destId="{1900A058-3F83-4196-9E33-7BD2C637D8EF}" srcOrd="0" destOrd="0" presId="urn:microsoft.com/office/officeart/2008/layout/HorizontalMultiLevelHierarchy"/>
    <dgm:cxn modelId="{4E986D89-FEE8-4AA6-A47B-82A69BE5D45E}" type="presOf" srcId="{E0C69463-BACE-3A47-8499-A04A2F440DCD}" destId="{33777280-7424-C34D-BDD8-3CE67AEC6F55}" srcOrd="0" destOrd="0" presId="urn:microsoft.com/office/officeart/2008/layout/HorizontalMultiLevelHierarchy"/>
    <dgm:cxn modelId="{29BF2290-61DB-4C1D-937C-33EFBABB6C42}" srcId="{4D9D0FD5-DE50-42F7-896D-50B4A9D27384}" destId="{4E541D21-72C6-47A5-89F1-E7CAABB2260B}" srcOrd="0" destOrd="0" parTransId="{121AC87A-AE67-437D-BD3C-EF3AE44D11BB}" sibTransId="{5ECE4D6E-5BDD-4F7A-9B4E-497ADEB08F45}"/>
    <dgm:cxn modelId="{56848A93-F523-41AF-B101-8976BFD45B8F}" type="presOf" srcId="{ECF784F3-5B9A-4BC9-A3FC-057CA8BE1D8D}" destId="{90863B8A-8C8F-4A7B-A94C-ED4D0D7B1ED0}" srcOrd="0" destOrd="0" presId="urn:microsoft.com/office/officeart/2008/layout/HorizontalMultiLevelHierarchy"/>
    <dgm:cxn modelId="{9BA51794-BCC8-4BFA-A006-6C22E82C7E38}" type="presOf" srcId="{4FBA39A8-12FB-ED49-8C99-8E50A0D76B8A}" destId="{DA23EF72-17A2-6D40-B22D-F1D4025927E0}" srcOrd="0" destOrd="0" presId="urn:microsoft.com/office/officeart/2008/layout/HorizontalMultiLevelHierarchy"/>
    <dgm:cxn modelId="{6E18D295-041B-42FC-8EE1-95FF57F2B076}" type="presOf" srcId="{FAD4C588-C6D9-4638-B320-EF88D7E34EB4}" destId="{8A677DE5-C0D5-41AC-8CDE-066B90CD2848}" srcOrd="0" destOrd="0" presId="urn:microsoft.com/office/officeart/2008/layout/HorizontalMultiLevelHierarchy"/>
    <dgm:cxn modelId="{0BE77DA9-3377-4FB5-B84D-07901FCD7470}" type="presOf" srcId="{86D34C6E-CA7B-4287-ABA5-2A8235604B67}" destId="{9B23B078-2F37-4753-827A-4DC7F5953D4A}" srcOrd="0" destOrd="0" presId="urn:microsoft.com/office/officeart/2008/layout/HorizontalMultiLevelHierarchy"/>
    <dgm:cxn modelId="{DE3132B2-C4CE-4065-A1EF-3129002F5924}" type="presOf" srcId="{A34DB196-500F-42D5-AD57-75BF8346FA4F}" destId="{B898564D-F734-422B-B72A-72E031603BC4}" srcOrd="1" destOrd="0" presId="urn:microsoft.com/office/officeart/2008/layout/HorizontalMultiLevelHierarchy"/>
    <dgm:cxn modelId="{DB91F8B4-CC35-4F33-8092-E9B8B6E07677}" type="presOf" srcId="{9E36A16C-5785-4D2B-AA57-C4E44C9CE915}" destId="{7B150CA3-B07B-429D-A15F-AE0184D5511B}" srcOrd="1" destOrd="0" presId="urn:microsoft.com/office/officeart/2008/layout/HorizontalMultiLevelHierarchy"/>
    <dgm:cxn modelId="{18E917BC-C169-7A43-91BE-60A5C9952233}" srcId="{FAD4C588-C6D9-4638-B320-EF88D7E34EB4}" destId="{009B20AB-6663-BF4E-9B32-55C849594348}" srcOrd="3" destOrd="0" parTransId="{45861AFA-B823-474E-A036-F7CED30C2473}" sibTransId="{F2DD26DF-3C5F-1444-98E0-BC0A9B0962AC}"/>
    <dgm:cxn modelId="{336AF8CB-ED23-444B-A76E-75966EB9DB03}" type="presOf" srcId="{DD3E7439-1F65-464D-AC35-6FD24D301B9F}" destId="{07DAA2A5-6D3A-4EE7-8DDE-FDAE2E9FE7DF}" srcOrd="0" destOrd="0" presId="urn:microsoft.com/office/officeart/2008/layout/HorizontalMultiLevelHierarchy"/>
    <dgm:cxn modelId="{3907F1D2-81FB-4011-9D10-7165F123B71B}" type="presOf" srcId="{009B20AB-6663-BF4E-9B32-55C849594348}" destId="{27BAD988-81A9-F54A-ADF2-382E55250D23}" srcOrd="0" destOrd="0" presId="urn:microsoft.com/office/officeart/2008/layout/HorizontalMultiLevelHierarchy"/>
    <dgm:cxn modelId="{DFCA07D3-016E-4450-B011-CE7C502DB0AE}" srcId="{3A51636A-E6E3-4159-8A9D-84E2CE54B3AB}" destId="{E8965649-523D-43EF-BC32-D422BD5B41DA}" srcOrd="0" destOrd="0" parTransId="{ECF784F3-5B9A-4BC9-A3FC-057CA8BE1D8D}" sibTransId="{2A1F6683-E3D1-40D3-9F6C-D8D94603E44A}"/>
    <dgm:cxn modelId="{A3CEA1D5-7376-4CB0-A42F-5B9465B4DEB9}" type="presOf" srcId="{121AC87A-AE67-437D-BD3C-EF3AE44D11BB}" destId="{037FE719-4B24-4B5A-83D3-F43F895673E3}" srcOrd="0" destOrd="0" presId="urn:microsoft.com/office/officeart/2008/layout/HorizontalMultiLevelHierarchy"/>
    <dgm:cxn modelId="{F16233D9-7B47-43A7-86ED-7028267D8AE1}" type="presOf" srcId="{A34DB196-500F-42D5-AD57-75BF8346FA4F}" destId="{DD59CC5A-E441-418E-8012-5C65B773A3B1}" srcOrd="0" destOrd="0" presId="urn:microsoft.com/office/officeart/2008/layout/HorizontalMultiLevelHierarchy"/>
    <dgm:cxn modelId="{A6499BD9-2F7F-4E5B-A254-6C75D607F8B8}" type="presOf" srcId="{17E0C034-3C8D-4285-A069-799BBBE8A2DE}" destId="{E955E2D9-090D-464F-A01F-1E774D3ED970}" srcOrd="0" destOrd="0" presId="urn:microsoft.com/office/officeart/2008/layout/HorizontalMultiLevelHierarchy"/>
    <dgm:cxn modelId="{F4A810DF-A237-4FA6-91B6-AED7A3C1578B}" type="presOf" srcId="{45861AFA-B823-474E-A036-F7CED30C2473}" destId="{81AF7B1A-5B27-4145-90D0-4113DC3EC9FD}" srcOrd="0" destOrd="0" presId="urn:microsoft.com/office/officeart/2008/layout/HorizontalMultiLevelHierarchy"/>
    <dgm:cxn modelId="{DA4857DF-1075-4FB5-AC4F-86B741E74C31}" type="presOf" srcId="{690BFDE9-36A7-4554-B038-EDB150AAE320}" destId="{8EAF2E42-BB1E-4FEC-B3F6-E340A16D06FE}" srcOrd="0" destOrd="0" presId="urn:microsoft.com/office/officeart/2008/layout/HorizontalMultiLevelHierarchy"/>
    <dgm:cxn modelId="{B25567FA-9F53-404B-BBCE-EC26BF4B38EE}" srcId="{86D34C6E-CA7B-4287-ABA5-2A8235604B67}" destId="{17E0C034-3C8D-4285-A069-799BBBE8A2DE}" srcOrd="2" destOrd="0" parTransId="{EAFCE804-307A-4AD7-B553-ECD1B9485CBF}" sibTransId="{82F753A9-ED26-4450-9928-05A237840E14}"/>
    <dgm:cxn modelId="{C924CDFA-D942-4683-9C0F-0C05CD38B33A}" type="presOf" srcId="{E8965649-523D-43EF-BC32-D422BD5B41DA}" destId="{A4E933DC-CCD1-4377-BB54-473900B3A8EC}" srcOrd="0" destOrd="0" presId="urn:microsoft.com/office/officeart/2008/layout/HorizontalMultiLevelHierarchy"/>
    <dgm:cxn modelId="{6439D6FA-B552-4CC3-B7B7-06606AEA6BBD}" type="presOf" srcId="{D17BFC8D-8B3A-4019-A450-D92DA177CD9E}" destId="{24F84BB8-808E-46EC-AC45-E1A7E1829D85}" srcOrd="0" destOrd="0" presId="urn:microsoft.com/office/officeart/2008/layout/HorizontalMultiLevelHierarchy"/>
    <dgm:cxn modelId="{60DBC083-DB39-4ADF-BCF2-3268566C7F5C}" type="presParOf" srcId="{BCA7E6AB-64D9-4770-8BA5-AF92A510F1FC}" destId="{3251422A-DAC7-4F76-B2EE-C1A806F1D7A5}" srcOrd="0" destOrd="0" presId="urn:microsoft.com/office/officeart/2008/layout/HorizontalMultiLevelHierarchy"/>
    <dgm:cxn modelId="{24B49ABA-A563-46E5-B206-78381125A812}" type="presParOf" srcId="{3251422A-DAC7-4F76-B2EE-C1A806F1D7A5}" destId="{8A677DE5-C0D5-41AC-8CDE-066B90CD2848}" srcOrd="0" destOrd="0" presId="urn:microsoft.com/office/officeart/2008/layout/HorizontalMultiLevelHierarchy"/>
    <dgm:cxn modelId="{616ACC1B-E1B3-4095-82F4-7A0012C23E72}" type="presParOf" srcId="{3251422A-DAC7-4F76-B2EE-C1A806F1D7A5}" destId="{81648E6B-942B-4416-88A3-DBA59B60BC8E}" srcOrd="1" destOrd="0" presId="urn:microsoft.com/office/officeart/2008/layout/HorizontalMultiLevelHierarchy"/>
    <dgm:cxn modelId="{172D0810-B085-44DC-969A-44C72D312EF7}" type="presParOf" srcId="{81648E6B-942B-4416-88A3-DBA59B60BC8E}" destId="{1900A058-3F83-4196-9E33-7BD2C637D8EF}" srcOrd="0" destOrd="0" presId="urn:microsoft.com/office/officeart/2008/layout/HorizontalMultiLevelHierarchy"/>
    <dgm:cxn modelId="{2448B68C-4991-401B-98E7-6BAA4D8A4B54}" type="presParOf" srcId="{1900A058-3F83-4196-9E33-7BD2C637D8EF}" destId="{FDB3508B-EA24-4B64-AFB4-D35B7EA06D12}" srcOrd="0" destOrd="0" presId="urn:microsoft.com/office/officeart/2008/layout/HorizontalMultiLevelHierarchy"/>
    <dgm:cxn modelId="{D4C8A6D1-AC80-477E-B017-39C82E6A11AB}" type="presParOf" srcId="{81648E6B-942B-4416-88A3-DBA59B60BC8E}" destId="{727D5B67-225B-4876-8388-94F728318EAE}" srcOrd="1" destOrd="0" presId="urn:microsoft.com/office/officeart/2008/layout/HorizontalMultiLevelHierarchy"/>
    <dgm:cxn modelId="{B9CF2121-9EE3-4166-9971-21EDC02C68FF}" type="presParOf" srcId="{727D5B67-225B-4876-8388-94F728318EAE}" destId="{2A3C123C-F183-4395-A3DB-4F7AEDE3A36B}" srcOrd="0" destOrd="0" presId="urn:microsoft.com/office/officeart/2008/layout/HorizontalMultiLevelHierarchy"/>
    <dgm:cxn modelId="{858E5BD1-D717-4EC1-BBB7-25960E223680}" type="presParOf" srcId="{727D5B67-225B-4876-8388-94F728318EAE}" destId="{4598B73B-7625-460D-848D-9E21C59CA27A}" srcOrd="1" destOrd="0" presId="urn:microsoft.com/office/officeart/2008/layout/HorizontalMultiLevelHierarchy"/>
    <dgm:cxn modelId="{9113EB1C-D77A-47C9-98BC-F29B7A4ACB7D}" type="presParOf" srcId="{4598B73B-7625-460D-848D-9E21C59CA27A}" destId="{DD59CC5A-E441-418E-8012-5C65B773A3B1}" srcOrd="0" destOrd="0" presId="urn:microsoft.com/office/officeart/2008/layout/HorizontalMultiLevelHierarchy"/>
    <dgm:cxn modelId="{E59F87F2-6718-45D3-80B0-813FB206302A}" type="presParOf" srcId="{DD59CC5A-E441-418E-8012-5C65B773A3B1}" destId="{B898564D-F734-422B-B72A-72E031603BC4}" srcOrd="0" destOrd="0" presId="urn:microsoft.com/office/officeart/2008/layout/HorizontalMultiLevelHierarchy"/>
    <dgm:cxn modelId="{FC72BC2C-B144-4FE4-A292-544CC76242C5}" type="presParOf" srcId="{4598B73B-7625-460D-848D-9E21C59CA27A}" destId="{49021938-3885-4414-8190-6FA32997C5E5}" srcOrd="1" destOrd="0" presId="urn:microsoft.com/office/officeart/2008/layout/HorizontalMultiLevelHierarchy"/>
    <dgm:cxn modelId="{645E4B11-4198-4638-B6D3-D32BE1F03E3E}" type="presParOf" srcId="{49021938-3885-4414-8190-6FA32997C5E5}" destId="{9B23B078-2F37-4753-827A-4DC7F5953D4A}" srcOrd="0" destOrd="0" presId="urn:microsoft.com/office/officeart/2008/layout/HorizontalMultiLevelHierarchy"/>
    <dgm:cxn modelId="{A238E395-1A9F-4791-BEA7-0A0CAACF81EF}" type="presParOf" srcId="{49021938-3885-4414-8190-6FA32997C5E5}" destId="{69C6982A-11E3-40D3-81B2-3F9C84F29100}" srcOrd="1" destOrd="0" presId="urn:microsoft.com/office/officeart/2008/layout/HorizontalMultiLevelHierarchy"/>
    <dgm:cxn modelId="{F8BA982E-3EE6-4538-B0B7-8905D4945CF3}" type="presParOf" srcId="{69C6982A-11E3-40D3-81B2-3F9C84F29100}" destId="{07DAA2A5-6D3A-4EE7-8DDE-FDAE2E9FE7DF}" srcOrd="0" destOrd="0" presId="urn:microsoft.com/office/officeart/2008/layout/HorizontalMultiLevelHierarchy"/>
    <dgm:cxn modelId="{4389D947-16C6-406C-A8C1-28ACB78D0B13}" type="presParOf" srcId="{07DAA2A5-6D3A-4EE7-8DDE-FDAE2E9FE7DF}" destId="{8DAD9889-66A8-4665-8856-7F07AD9F7467}" srcOrd="0" destOrd="0" presId="urn:microsoft.com/office/officeart/2008/layout/HorizontalMultiLevelHierarchy"/>
    <dgm:cxn modelId="{4A8997AD-6412-419A-9BC4-C9C209023C76}" type="presParOf" srcId="{69C6982A-11E3-40D3-81B2-3F9C84F29100}" destId="{932AC521-049F-4FF5-AC11-851E558DF42C}" srcOrd="1" destOrd="0" presId="urn:microsoft.com/office/officeart/2008/layout/HorizontalMultiLevelHierarchy"/>
    <dgm:cxn modelId="{655CA7CF-9D31-4A8E-959D-AF40932CB2BA}" type="presParOf" srcId="{932AC521-049F-4FF5-AC11-851E558DF42C}" destId="{24F84BB8-808E-46EC-AC45-E1A7E1829D85}" srcOrd="0" destOrd="0" presId="urn:microsoft.com/office/officeart/2008/layout/HorizontalMultiLevelHierarchy"/>
    <dgm:cxn modelId="{F58ECFCE-CE38-4C71-9364-424747D670FA}" type="presParOf" srcId="{932AC521-049F-4FF5-AC11-851E558DF42C}" destId="{CA9A6EBE-56EC-49F3-B84E-C41EC163DBB5}" srcOrd="1" destOrd="0" presId="urn:microsoft.com/office/officeart/2008/layout/HorizontalMultiLevelHierarchy"/>
    <dgm:cxn modelId="{72D6FCE5-1EAD-441B-9894-A384353451D0}" type="presParOf" srcId="{69C6982A-11E3-40D3-81B2-3F9C84F29100}" destId="{84388261-728E-4471-85CB-B757044741C9}" srcOrd="2" destOrd="0" presId="urn:microsoft.com/office/officeart/2008/layout/HorizontalMultiLevelHierarchy"/>
    <dgm:cxn modelId="{7633F5E8-965E-403E-9BDE-97A58AA2E897}" type="presParOf" srcId="{84388261-728E-4471-85CB-B757044741C9}" destId="{7B150CA3-B07B-429D-A15F-AE0184D5511B}" srcOrd="0" destOrd="0" presId="urn:microsoft.com/office/officeart/2008/layout/HorizontalMultiLevelHierarchy"/>
    <dgm:cxn modelId="{B7CFE298-D828-4895-9D73-594693E0F781}" type="presParOf" srcId="{69C6982A-11E3-40D3-81B2-3F9C84F29100}" destId="{16B93ED6-FF40-43BB-94CC-476039C7D4AD}" srcOrd="3" destOrd="0" presId="urn:microsoft.com/office/officeart/2008/layout/HorizontalMultiLevelHierarchy"/>
    <dgm:cxn modelId="{D3657C25-8887-4C97-8B8E-62F19E4AC017}" type="presParOf" srcId="{16B93ED6-FF40-43BB-94CC-476039C7D4AD}" destId="{9BA92B15-5B80-413C-BFDF-3DC790179850}" srcOrd="0" destOrd="0" presId="urn:microsoft.com/office/officeart/2008/layout/HorizontalMultiLevelHierarchy"/>
    <dgm:cxn modelId="{7A241CF8-7A74-4DF7-9F51-FBCBE21C5E20}" type="presParOf" srcId="{16B93ED6-FF40-43BB-94CC-476039C7D4AD}" destId="{EA860EB4-CC54-44AC-BB48-E0191D8579D5}" srcOrd="1" destOrd="0" presId="urn:microsoft.com/office/officeart/2008/layout/HorizontalMultiLevelHierarchy"/>
    <dgm:cxn modelId="{27A8E902-7AD7-4BE8-A86A-BD600387EB08}" type="presParOf" srcId="{69C6982A-11E3-40D3-81B2-3F9C84F29100}" destId="{E2F90FDB-F2C9-43F5-B585-280CF78BD930}" srcOrd="4" destOrd="0" presId="urn:microsoft.com/office/officeart/2008/layout/HorizontalMultiLevelHierarchy"/>
    <dgm:cxn modelId="{1A1FE912-A238-413A-BEC5-6A3B87B41D45}" type="presParOf" srcId="{E2F90FDB-F2C9-43F5-B585-280CF78BD930}" destId="{61AB3DBD-9302-468D-B645-C2076ED70C27}" srcOrd="0" destOrd="0" presId="urn:microsoft.com/office/officeart/2008/layout/HorizontalMultiLevelHierarchy"/>
    <dgm:cxn modelId="{53E2418A-DCBF-419C-82B3-60CC70DA3292}" type="presParOf" srcId="{69C6982A-11E3-40D3-81B2-3F9C84F29100}" destId="{2AE675F4-294A-4A05-AFAE-063AEBE8F11A}" srcOrd="5" destOrd="0" presId="urn:microsoft.com/office/officeart/2008/layout/HorizontalMultiLevelHierarchy"/>
    <dgm:cxn modelId="{B94B4925-AD92-4E2F-85C1-D9F73C1B2525}" type="presParOf" srcId="{2AE675F4-294A-4A05-AFAE-063AEBE8F11A}" destId="{E955E2D9-090D-464F-A01F-1E774D3ED970}" srcOrd="0" destOrd="0" presId="urn:microsoft.com/office/officeart/2008/layout/HorizontalMultiLevelHierarchy"/>
    <dgm:cxn modelId="{8EF9C443-0C4C-425F-8138-B93730B1F3DC}" type="presParOf" srcId="{2AE675F4-294A-4A05-AFAE-063AEBE8F11A}" destId="{3A56B927-9432-4B22-8FDE-3ACBEDA7B3A7}" srcOrd="1" destOrd="0" presId="urn:microsoft.com/office/officeart/2008/layout/HorizontalMultiLevelHierarchy"/>
    <dgm:cxn modelId="{27CCC0BC-A4FB-45D3-BAFB-FFEC28FA4325}" type="presParOf" srcId="{81648E6B-942B-4416-88A3-DBA59B60BC8E}" destId="{B0EA2BB6-4913-4711-AE5E-AE7AB8303DD6}" srcOrd="2" destOrd="0" presId="urn:microsoft.com/office/officeart/2008/layout/HorizontalMultiLevelHierarchy"/>
    <dgm:cxn modelId="{C1CA68F6-D910-4E3E-9363-DA7752309E17}" type="presParOf" srcId="{B0EA2BB6-4913-4711-AE5E-AE7AB8303DD6}" destId="{F6117505-EC3C-497E-B7F1-102BEB9C8A01}" srcOrd="0" destOrd="0" presId="urn:microsoft.com/office/officeart/2008/layout/HorizontalMultiLevelHierarchy"/>
    <dgm:cxn modelId="{681F9ECE-C0EB-4C40-8720-6201774A798A}" type="presParOf" srcId="{81648E6B-942B-4416-88A3-DBA59B60BC8E}" destId="{A8AE7129-AA2B-424A-966C-581E0D432FF5}" srcOrd="3" destOrd="0" presId="urn:microsoft.com/office/officeart/2008/layout/HorizontalMultiLevelHierarchy"/>
    <dgm:cxn modelId="{403B426E-D39E-4614-983D-63A1DCF81D32}" type="presParOf" srcId="{A8AE7129-AA2B-424A-966C-581E0D432FF5}" destId="{A8EC3B3D-34DE-488A-807F-3F45A51031EF}" srcOrd="0" destOrd="0" presId="urn:microsoft.com/office/officeart/2008/layout/HorizontalMultiLevelHierarchy"/>
    <dgm:cxn modelId="{C73A664D-037A-403B-8525-39D0C9D09F97}" type="presParOf" srcId="{A8AE7129-AA2B-424A-966C-581E0D432FF5}" destId="{C9073904-15C9-4FCD-9448-62F687CE87E5}" srcOrd="1" destOrd="0" presId="urn:microsoft.com/office/officeart/2008/layout/HorizontalMultiLevelHierarchy"/>
    <dgm:cxn modelId="{6B7E83DC-FEF7-415E-A3D2-34F51B059CBC}" type="presParOf" srcId="{C9073904-15C9-4FCD-9448-62F687CE87E5}" destId="{77F5CB65-92F9-4915-BFD6-EC1CD766B5F8}" srcOrd="0" destOrd="0" presId="urn:microsoft.com/office/officeart/2008/layout/HorizontalMultiLevelHierarchy"/>
    <dgm:cxn modelId="{51075A82-9632-4856-AB47-9D42C3708B60}" type="presParOf" srcId="{77F5CB65-92F9-4915-BFD6-EC1CD766B5F8}" destId="{9164EA54-8224-4D42-B119-B84F943FF5AD}" srcOrd="0" destOrd="0" presId="urn:microsoft.com/office/officeart/2008/layout/HorizontalMultiLevelHierarchy"/>
    <dgm:cxn modelId="{29BEDCA1-E341-4783-9EFB-D14133519737}" type="presParOf" srcId="{C9073904-15C9-4FCD-9448-62F687CE87E5}" destId="{A6742B92-1D9F-4319-8FC8-844DB079CC26}" srcOrd="1" destOrd="0" presId="urn:microsoft.com/office/officeart/2008/layout/HorizontalMultiLevelHierarchy"/>
    <dgm:cxn modelId="{9B15F823-992E-4682-8E0D-E3F71B21AE0F}" type="presParOf" srcId="{A6742B92-1D9F-4319-8FC8-844DB079CC26}" destId="{41CCC85B-2978-4FCC-837A-98E21A3807FA}" srcOrd="0" destOrd="0" presId="urn:microsoft.com/office/officeart/2008/layout/HorizontalMultiLevelHierarchy"/>
    <dgm:cxn modelId="{33FC58F7-0DD7-4A40-A02A-0382BA3EF266}" type="presParOf" srcId="{A6742B92-1D9F-4319-8FC8-844DB079CC26}" destId="{09E559A3-2F79-4F33-9502-1136EB539B6F}" srcOrd="1" destOrd="0" presId="urn:microsoft.com/office/officeart/2008/layout/HorizontalMultiLevelHierarchy"/>
    <dgm:cxn modelId="{B07D0DE9-9B10-4963-94EA-0F447831B8D9}" type="presParOf" srcId="{09E559A3-2F79-4F33-9502-1136EB539B6F}" destId="{037FE719-4B24-4B5A-83D3-F43F895673E3}" srcOrd="0" destOrd="0" presId="urn:microsoft.com/office/officeart/2008/layout/HorizontalMultiLevelHierarchy"/>
    <dgm:cxn modelId="{7B7F0E48-8BCD-4D0B-8037-87CC5E675FAE}" type="presParOf" srcId="{037FE719-4B24-4B5A-83D3-F43F895673E3}" destId="{97969924-CACA-4018-81DD-154F946A432A}" srcOrd="0" destOrd="0" presId="urn:microsoft.com/office/officeart/2008/layout/HorizontalMultiLevelHierarchy"/>
    <dgm:cxn modelId="{E3939849-9A25-45A2-BDE1-0D53BEAE8330}" type="presParOf" srcId="{09E559A3-2F79-4F33-9502-1136EB539B6F}" destId="{7AB21634-EEE7-4EAE-9009-CC5BC96A868A}" srcOrd="1" destOrd="0" presId="urn:microsoft.com/office/officeart/2008/layout/HorizontalMultiLevelHierarchy"/>
    <dgm:cxn modelId="{9A8AE753-B227-4E5B-9BA4-7CA8079317EA}" type="presParOf" srcId="{7AB21634-EEE7-4EAE-9009-CC5BC96A868A}" destId="{C6C74905-3F54-4927-96E8-C540CE653708}" srcOrd="0" destOrd="0" presId="urn:microsoft.com/office/officeart/2008/layout/HorizontalMultiLevelHierarchy"/>
    <dgm:cxn modelId="{A4C091CD-A895-452A-A7D8-AFA803FAADCB}" type="presParOf" srcId="{7AB21634-EEE7-4EAE-9009-CC5BC96A868A}" destId="{1F87D459-AAF1-4ED8-9449-BC2FE9931D08}" srcOrd="1" destOrd="0" presId="urn:microsoft.com/office/officeart/2008/layout/HorizontalMultiLevelHierarchy"/>
    <dgm:cxn modelId="{47A1EE87-57DB-4032-8B93-D7FA885E0ED1}" type="presParOf" srcId="{09E559A3-2F79-4F33-9502-1136EB539B6F}" destId="{5B50F337-D33B-4BA8-B603-9E17512BC33E}" srcOrd="2" destOrd="0" presId="urn:microsoft.com/office/officeart/2008/layout/HorizontalMultiLevelHierarchy"/>
    <dgm:cxn modelId="{8E83C049-8913-48C6-96C6-41190EC3D2FD}" type="presParOf" srcId="{5B50F337-D33B-4BA8-B603-9E17512BC33E}" destId="{231B332E-009C-426C-86B9-6C3E0410F30A}" srcOrd="0" destOrd="0" presId="urn:microsoft.com/office/officeart/2008/layout/HorizontalMultiLevelHierarchy"/>
    <dgm:cxn modelId="{35C798DA-71B7-4A85-94D8-5765188A37E5}" type="presParOf" srcId="{09E559A3-2F79-4F33-9502-1136EB539B6F}" destId="{3D0388D6-F198-4609-A747-987190DDE7C9}" srcOrd="3" destOrd="0" presId="urn:microsoft.com/office/officeart/2008/layout/HorizontalMultiLevelHierarchy"/>
    <dgm:cxn modelId="{519C4934-37F1-4F8A-A373-390CCCF598E7}" type="presParOf" srcId="{3D0388D6-F198-4609-A747-987190DDE7C9}" destId="{8EAF2E42-BB1E-4FEC-B3F6-E340A16D06FE}" srcOrd="0" destOrd="0" presId="urn:microsoft.com/office/officeart/2008/layout/HorizontalMultiLevelHierarchy"/>
    <dgm:cxn modelId="{9D27101A-AB50-4412-A950-9E0C0950939E}" type="presParOf" srcId="{3D0388D6-F198-4609-A747-987190DDE7C9}" destId="{EEC16CA8-29B7-45AF-9683-8ECFA008A91A}" srcOrd="1" destOrd="0" presId="urn:microsoft.com/office/officeart/2008/layout/HorizontalMultiLevelHierarchy"/>
    <dgm:cxn modelId="{3C6ED989-72AD-416B-9B43-4352AAEBA17A}" type="presParOf" srcId="{81648E6B-942B-4416-88A3-DBA59B60BC8E}" destId="{9BA7F38C-3750-43FC-BAC7-F6CC4992D127}" srcOrd="4" destOrd="0" presId="urn:microsoft.com/office/officeart/2008/layout/HorizontalMultiLevelHierarchy"/>
    <dgm:cxn modelId="{4CBB0FF5-A23B-4D9A-9D99-D4A5F76E5149}" type="presParOf" srcId="{9BA7F38C-3750-43FC-BAC7-F6CC4992D127}" destId="{D36F2BB2-A1DD-4B11-8209-D2FA91CFC31C}" srcOrd="0" destOrd="0" presId="urn:microsoft.com/office/officeart/2008/layout/HorizontalMultiLevelHierarchy"/>
    <dgm:cxn modelId="{447138F6-8C88-45BC-94C0-A0AEF8B2CC8E}" type="presParOf" srcId="{81648E6B-942B-4416-88A3-DBA59B60BC8E}" destId="{F43B999D-987F-43E1-A479-901FF312C9D9}" srcOrd="5" destOrd="0" presId="urn:microsoft.com/office/officeart/2008/layout/HorizontalMultiLevelHierarchy"/>
    <dgm:cxn modelId="{F2A7F4DF-C344-4A94-BB39-61559EBBC150}" type="presParOf" srcId="{F43B999D-987F-43E1-A479-901FF312C9D9}" destId="{6CAEC8C0-9E94-4EDE-B715-7B60D0C45154}" srcOrd="0" destOrd="0" presId="urn:microsoft.com/office/officeart/2008/layout/HorizontalMultiLevelHierarchy"/>
    <dgm:cxn modelId="{61495E37-288E-401F-BEC6-44ADF2BF3E49}" type="presParOf" srcId="{F43B999D-987F-43E1-A479-901FF312C9D9}" destId="{BEC7FA14-3BBE-4FD4-9B34-80383018717A}" srcOrd="1" destOrd="0" presId="urn:microsoft.com/office/officeart/2008/layout/HorizontalMultiLevelHierarchy"/>
    <dgm:cxn modelId="{E9F8F0FC-38F3-4BE1-BA50-54F6544F2AE8}" type="presParOf" srcId="{BEC7FA14-3BBE-4FD4-9B34-80383018717A}" destId="{90863B8A-8C8F-4A7B-A94C-ED4D0D7B1ED0}" srcOrd="0" destOrd="0" presId="urn:microsoft.com/office/officeart/2008/layout/HorizontalMultiLevelHierarchy"/>
    <dgm:cxn modelId="{003D3443-D4CD-4793-8130-BC46A61A9C30}" type="presParOf" srcId="{90863B8A-8C8F-4A7B-A94C-ED4D0D7B1ED0}" destId="{6DE62FE3-D3F5-40FC-87DA-8499316EB322}" srcOrd="0" destOrd="0" presId="urn:microsoft.com/office/officeart/2008/layout/HorizontalMultiLevelHierarchy"/>
    <dgm:cxn modelId="{79DDF0AA-E4AF-4455-90D1-DB3F3C84E60C}" type="presParOf" srcId="{BEC7FA14-3BBE-4FD4-9B34-80383018717A}" destId="{6F605CA6-935E-4E2B-931F-AB7E8690311B}" srcOrd="1" destOrd="0" presId="urn:microsoft.com/office/officeart/2008/layout/HorizontalMultiLevelHierarchy"/>
    <dgm:cxn modelId="{BB8BFAE9-FBC5-447F-B294-E50682524D22}" type="presParOf" srcId="{6F605CA6-935E-4E2B-931F-AB7E8690311B}" destId="{A4E933DC-CCD1-4377-BB54-473900B3A8EC}" srcOrd="0" destOrd="0" presId="urn:microsoft.com/office/officeart/2008/layout/HorizontalMultiLevelHierarchy"/>
    <dgm:cxn modelId="{95E8CD87-029F-410A-8BE9-7F81D45AE36F}" type="presParOf" srcId="{6F605CA6-935E-4E2B-931F-AB7E8690311B}" destId="{E9C58186-F256-491C-81B4-DFE8B9699ACF}" srcOrd="1" destOrd="0" presId="urn:microsoft.com/office/officeart/2008/layout/HorizontalMultiLevelHierarchy"/>
    <dgm:cxn modelId="{51B94A52-C3B3-4F50-A2AE-A4C33C9AC5DC}" type="presParOf" srcId="{81648E6B-942B-4416-88A3-DBA59B60BC8E}" destId="{81AF7B1A-5B27-4145-90D0-4113DC3EC9FD}" srcOrd="6" destOrd="0" presId="urn:microsoft.com/office/officeart/2008/layout/HorizontalMultiLevelHierarchy"/>
    <dgm:cxn modelId="{B4D362C7-C5AF-4428-8C7B-0B5111AD1C1E}" type="presParOf" srcId="{81AF7B1A-5B27-4145-90D0-4113DC3EC9FD}" destId="{9B2DE51F-7729-284A-AB35-A0E08E72E519}" srcOrd="0" destOrd="0" presId="urn:microsoft.com/office/officeart/2008/layout/HorizontalMultiLevelHierarchy"/>
    <dgm:cxn modelId="{A6D28A9B-53B0-4F3C-A62D-3A0CED3B9300}" type="presParOf" srcId="{81648E6B-942B-4416-88A3-DBA59B60BC8E}" destId="{B254DD62-ED4E-814D-B179-0C5E309D80ED}" srcOrd="7" destOrd="0" presId="urn:microsoft.com/office/officeart/2008/layout/HorizontalMultiLevelHierarchy"/>
    <dgm:cxn modelId="{87A3A71D-8E47-4852-98E0-43198B82FB29}" type="presParOf" srcId="{B254DD62-ED4E-814D-B179-0C5E309D80ED}" destId="{27BAD988-81A9-F54A-ADF2-382E55250D23}" srcOrd="0" destOrd="0" presId="urn:microsoft.com/office/officeart/2008/layout/HorizontalMultiLevelHierarchy"/>
    <dgm:cxn modelId="{FF644F74-8519-4893-BD09-259519BD5341}" type="presParOf" srcId="{B254DD62-ED4E-814D-B179-0C5E309D80ED}" destId="{E018120B-2256-5449-8C18-02ABF4DC3B29}" srcOrd="1" destOrd="0" presId="urn:microsoft.com/office/officeart/2008/layout/HorizontalMultiLevelHierarchy"/>
    <dgm:cxn modelId="{84073C57-1E84-4D59-8A73-FB8D989DAAA6}" type="presParOf" srcId="{E018120B-2256-5449-8C18-02ABF4DC3B29}" destId="{33777280-7424-C34D-BDD8-3CE67AEC6F55}" srcOrd="0" destOrd="0" presId="urn:microsoft.com/office/officeart/2008/layout/HorizontalMultiLevelHierarchy"/>
    <dgm:cxn modelId="{703F8DFD-F266-4C50-B22E-4A12A34F5042}" type="presParOf" srcId="{33777280-7424-C34D-BDD8-3CE67AEC6F55}" destId="{F282FDA6-36AB-7B49-8765-3F06C1033E01}" srcOrd="0" destOrd="0" presId="urn:microsoft.com/office/officeart/2008/layout/HorizontalMultiLevelHierarchy"/>
    <dgm:cxn modelId="{DDE0CBE7-A8D0-41E7-B2B3-81F9C3D112BF}" type="presParOf" srcId="{E018120B-2256-5449-8C18-02ABF4DC3B29}" destId="{AEA13141-AF3A-554B-BBC2-A1DAA4AB942B}" srcOrd="1" destOrd="0" presId="urn:microsoft.com/office/officeart/2008/layout/HorizontalMultiLevelHierarchy"/>
    <dgm:cxn modelId="{D7F0E50C-3DCC-4DBD-87B9-8E52D29FA63C}" type="presParOf" srcId="{AEA13141-AF3A-554B-BBC2-A1DAA4AB942B}" destId="{DA23EF72-17A2-6D40-B22D-F1D4025927E0}" srcOrd="0" destOrd="0" presId="urn:microsoft.com/office/officeart/2008/layout/HorizontalMultiLevelHierarchy"/>
    <dgm:cxn modelId="{CF8E5B75-1431-4899-935C-4BD46112E9EF}" type="presParOf" srcId="{AEA13141-AF3A-554B-BBC2-A1DAA4AB942B}" destId="{3ABF8530-E823-D649-A0F5-E04B19100F1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777280-7424-C34D-BDD8-3CE67AEC6F55}">
      <dsp:nvSpPr>
        <dsp:cNvPr id="0" name=""/>
        <dsp:cNvSpPr/>
      </dsp:nvSpPr>
      <dsp:spPr>
        <a:xfrm>
          <a:off x="2623752" y="4025754"/>
          <a:ext cx="2810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1002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2757229" y="4064449"/>
        <a:ext cx="14050" cy="14050"/>
      </dsp:txXfrm>
    </dsp:sp>
    <dsp:sp modelId="{81AF7B1A-5B27-4145-90D0-4113DC3EC9FD}">
      <dsp:nvSpPr>
        <dsp:cNvPr id="0" name=""/>
        <dsp:cNvSpPr/>
      </dsp:nvSpPr>
      <dsp:spPr>
        <a:xfrm>
          <a:off x="937736" y="2398646"/>
          <a:ext cx="281002" cy="16728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0501" y="0"/>
              </a:lnTo>
              <a:lnTo>
                <a:pt x="140501" y="1672827"/>
              </a:lnTo>
              <a:lnTo>
                <a:pt x="281002" y="167282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00" kern="1200"/>
        </a:p>
      </dsp:txBody>
      <dsp:txXfrm>
        <a:off x="1035831" y="3192653"/>
        <a:ext cx="84813" cy="84813"/>
      </dsp:txXfrm>
    </dsp:sp>
    <dsp:sp modelId="{90863B8A-8C8F-4A7B-A94C-ED4D0D7B1ED0}">
      <dsp:nvSpPr>
        <dsp:cNvPr id="0" name=""/>
        <dsp:cNvSpPr/>
      </dsp:nvSpPr>
      <dsp:spPr>
        <a:xfrm>
          <a:off x="2623752" y="3220285"/>
          <a:ext cx="2810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1002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2757229" y="3258980"/>
        <a:ext cx="14050" cy="14050"/>
      </dsp:txXfrm>
    </dsp:sp>
    <dsp:sp modelId="{9BA7F38C-3750-43FC-BAC7-F6CC4992D127}">
      <dsp:nvSpPr>
        <dsp:cNvPr id="0" name=""/>
        <dsp:cNvSpPr/>
      </dsp:nvSpPr>
      <dsp:spPr>
        <a:xfrm>
          <a:off x="937736" y="2398646"/>
          <a:ext cx="281002" cy="8673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0501" y="0"/>
              </a:lnTo>
              <a:lnTo>
                <a:pt x="140501" y="867359"/>
              </a:lnTo>
              <a:lnTo>
                <a:pt x="281002" y="8673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1055444" y="2809532"/>
        <a:ext cx="45587" cy="45587"/>
      </dsp:txXfrm>
    </dsp:sp>
    <dsp:sp modelId="{5B50F337-D33B-4BA8-B603-9E17512BC33E}">
      <dsp:nvSpPr>
        <dsp:cNvPr id="0" name=""/>
        <dsp:cNvSpPr/>
      </dsp:nvSpPr>
      <dsp:spPr>
        <a:xfrm>
          <a:off x="4776584" y="2090872"/>
          <a:ext cx="281002" cy="2677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0501" y="0"/>
              </a:lnTo>
              <a:lnTo>
                <a:pt x="140501" y="267723"/>
              </a:lnTo>
              <a:lnTo>
                <a:pt x="281002" y="26772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4907382" y="2215031"/>
        <a:ext cx="19406" cy="19406"/>
      </dsp:txXfrm>
    </dsp:sp>
    <dsp:sp modelId="{037FE719-4B24-4B5A-83D3-F43F895673E3}">
      <dsp:nvSpPr>
        <dsp:cNvPr id="0" name=""/>
        <dsp:cNvSpPr/>
      </dsp:nvSpPr>
      <dsp:spPr>
        <a:xfrm>
          <a:off x="4776584" y="1823149"/>
          <a:ext cx="281002" cy="267723"/>
        </a:xfrm>
        <a:custGeom>
          <a:avLst/>
          <a:gdLst/>
          <a:ahLst/>
          <a:cxnLst/>
          <a:rect l="0" t="0" r="0" b="0"/>
          <a:pathLst>
            <a:path>
              <a:moveTo>
                <a:pt x="0" y="267723"/>
              </a:moveTo>
              <a:lnTo>
                <a:pt x="140501" y="267723"/>
              </a:lnTo>
              <a:lnTo>
                <a:pt x="140501" y="0"/>
              </a:lnTo>
              <a:lnTo>
                <a:pt x="281002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4907382" y="1947307"/>
        <a:ext cx="19406" cy="19406"/>
      </dsp:txXfrm>
    </dsp:sp>
    <dsp:sp modelId="{77F5CB65-92F9-4915-BFD6-EC1CD766B5F8}">
      <dsp:nvSpPr>
        <dsp:cNvPr id="0" name=""/>
        <dsp:cNvSpPr/>
      </dsp:nvSpPr>
      <dsp:spPr>
        <a:xfrm>
          <a:off x="2623752" y="2045152"/>
          <a:ext cx="2810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1002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2757229" y="2083847"/>
        <a:ext cx="14050" cy="14050"/>
      </dsp:txXfrm>
    </dsp:sp>
    <dsp:sp modelId="{B0EA2BB6-4913-4711-AE5E-AE7AB8303DD6}">
      <dsp:nvSpPr>
        <dsp:cNvPr id="0" name=""/>
        <dsp:cNvSpPr/>
      </dsp:nvSpPr>
      <dsp:spPr>
        <a:xfrm>
          <a:off x="937736" y="2090872"/>
          <a:ext cx="281002" cy="307773"/>
        </a:xfrm>
        <a:custGeom>
          <a:avLst/>
          <a:gdLst/>
          <a:ahLst/>
          <a:cxnLst/>
          <a:rect l="0" t="0" r="0" b="0"/>
          <a:pathLst>
            <a:path>
              <a:moveTo>
                <a:pt x="0" y="307773"/>
              </a:moveTo>
              <a:lnTo>
                <a:pt x="140501" y="307773"/>
              </a:lnTo>
              <a:lnTo>
                <a:pt x="140501" y="0"/>
              </a:lnTo>
              <a:lnTo>
                <a:pt x="281002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1067819" y="2234340"/>
        <a:ext cx="20837" cy="20837"/>
      </dsp:txXfrm>
    </dsp:sp>
    <dsp:sp modelId="{E2F90FDB-F2C9-43F5-B585-280CF78BD930}">
      <dsp:nvSpPr>
        <dsp:cNvPr id="0" name=""/>
        <dsp:cNvSpPr/>
      </dsp:nvSpPr>
      <dsp:spPr>
        <a:xfrm>
          <a:off x="4764065" y="752254"/>
          <a:ext cx="281002" cy="5354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0501" y="0"/>
              </a:lnTo>
              <a:lnTo>
                <a:pt x="140501" y="535447"/>
              </a:lnTo>
              <a:lnTo>
                <a:pt x="281002" y="53544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4889449" y="1004860"/>
        <a:ext cx="30235" cy="30235"/>
      </dsp:txXfrm>
    </dsp:sp>
    <dsp:sp modelId="{84388261-728E-4471-85CB-B757044741C9}">
      <dsp:nvSpPr>
        <dsp:cNvPr id="0" name=""/>
        <dsp:cNvSpPr/>
      </dsp:nvSpPr>
      <dsp:spPr>
        <a:xfrm>
          <a:off x="4764065" y="706534"/>
          <a:ext cx="2810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1002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4897541" y="745229"/>
        <a:ext cx="14050" cy="14050"/>
      </dsp:txXfrm>
    </dsp:sp>
    <dsp:sp modelId="{07DAA2A5-6D3A-4EE7-8DDE-FDAE2E9FE7DF}">
      <dsp:nvSpPr>
        <dsp:cNvPr id="0" name=""/>
        <dsp:cNvSpPr/>
      </dsp:nvSpPr>
      <dsp:spPr>
        <a:xfrm>
          <a:off x="4764065" y="216807"/>
          <a:ext cx="281002" cy="535447"/>
        </a:xfrm>
        <a:custGeom>
          <a:avLst/>
          <a:gdLst/>
          <a:ahLst/>
          <a:cxnLst/>
          <a:rect l="0" t="0" r="0" b="0"/>
          <a:pathLst>
            <a:path>
              <a:moveTo>
                <a:pt x="0" y="535447"/>
              </a:moveTo>
              <a:lnTo>
                <a:pt x="140501" y="535447"/>
              </a:lnTo>
              <a:lnTo>
                <a:pt x="140501" y="0"/>
              </a:lnTo>
              <a:lnTo>
                <a:pt x="281002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4889449" y="469413"/>
        <a:ext cx="30235" cy="30235"/>
      </dsp:txXfrm>
    </dsp:sp>
    <dsp:sp modelId="{DD59CC5A-E441-418E-8012-5C65B773A3B1}">
      <dsp:nvSpPr>
        <dsp:cNvPr id="0" name=""/>
        <dsp:cNvSpPr/>
      </dsp:nvSpPr>
      <dsp:spPr>
        <a:xfrm>
          <a:off x="2623752" y="706534"/>
          <a:ext cx="2810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1002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2757229" y="745229"/>
        <a:ext cx="14050" cy="14050"/>
      </dsp:txXfrm>
    </dsp:sp>
    <dsp:sp modelId="{1900A058-3F83-4196-9E33-7BD2C637D8EF}">
      <dsp:nvSpPr>
        <dsp:cNvPr id="0" name=""/>
        <dsp:cNvSpPr/>
      </dsp:nvSpPr>
      <dsp:spPr>
        <a:xfrm>
          <a:off x="937736" y="752254"/>
          <a:ext cx="281002" cy="1646391"/>
        </a:xfrm>
        <a:custGeom>
          <a:avLst/>
          <a:gdLst/>
          <a:ahLst/>
          <a:cxnLst/>
          <a:rect l="0" t="0" r="0" b="0"/>
          <a:pathLst>
            <a:path>
              <a:moveTo>
                <a:pt x="0" y="1646391"/>
              </a:moveTo>
              <a:lnTo>
                <a:pt x="140501" y="1646391"/>
              </a:lnTo>
              <a:lnTo>
                <a:pt x="140501" y="0"/>
              </a:lnTo>
              <a:lnTo>
                <a:pt x="281002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1036483" y="1533695"/>
        <a:ext cx="83510" cy="83510"/>
      </dsp:txXfrm>
    </dsp:sp>
    <dsp:sp modelId="{8A677DE5-C0D5-41AC-8CDE-066B90CD2848}">
      <dsp:nvSpPr>
        <dsp:cNvPr id="0" name=""/>
        <dsp:cNvSpPr/>
      </dsp:nvSpPr>
      <dsp:spPr>
        <a:xfrm rot="16200000">
          <a:off x="-854965" y="2111407"/>
          <a:ext cx="3010926" cy="574479"/>
        </a:xfrm>
        <a:prstGeom prst="rect">
          <a:avLst/>
        </a:prstGeom>
        <a:solidFill>
          <a:srgbClr val="D0D8E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SmartDelivery</a:t>
          </a:r>
          <a:endParaRPr lang="pt-BR" sz="1300" kern="1200" dirty="0">
            <a:solidFill>
              <a:srgbClr val="FF0000"/>
            </a:solidFill>
          </a:endParaRPr>
        </a:p>
      </dsp:txBody>
      <dsp:txXfrm>
        <a:off x="-854965" y="2111407"/>
        <a:ext cx="3010926" cy="574479"/>
      </dsp:txXfrm>
    </dsp:sp>
    <dsp:sp modelId="{2A3C123C-F183-4395-A3DB-4F7AEDE3A36B}">
      <dsp:nvSpPr>
        <dsp:cNvPr id="0" name=""/>
        <dsp:cNvSpPr/>
      </dsp:nvSpPr>
      <dsp:spPr>
        <a:xfrm>
          <a:off x="1218739" y="389847"/>
          <a:ext cx="1405013" cy="7248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Objetivo estratégico a ser atendido</a:t>
          </a:r>
        </a:p>
      </dsp:txBody>
      <dsp:txXfrm>
        <a:off x="1218739" y="389847"/>
        <a:ext cx="1405013" cy="724815"/>
      </dsp:txXfrm>
    </dsp:sp>
    <dsp:sp modelId="{9B23B078-2F37-4753-827A-4DC7F5953D4A}">
      <dsp:nvSpPr>
        <dsp:cNvPr id="0" name=""/>
        <dsp:cNvSpPr/>
      </dsp:nvSpPr>
      <dsp:spPr>
        <a:xfrm>
          <a:off x="2904755" y="207527"/>
          <a:ext cx="1859310" cy="1089455"/>
        </a:xfrm>
        <a:prstGeom prst="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Otimizar a gestão e orquestração do ciclo de pedidos em plataformas de delivery</a:t>
          </a:r>
        </a:p>
      </dsp:txBody>
      <dsp:txXfrm>
        <a:off x="2904755" y="207527"/>
        <a:ext cx="1859310" cy="1089455"/>
      </dsp:txXfrm>
    </dsp:sp>
    <dsp:sp modelId="{24F84BB8-808E-46EC-AC45-E1A7E1829D85}">
      <dsp:nvSpPr>
        <dsp:cNvPr id="0" name=""/>
        <dsp:cNvSpPr/>
      </dsp:nvSpPr>
      <dsp:spPr>
        <a:xfrm>
          <a:off x="5045068" y="2628"/>
          <a:ext cx="1405013" cy="4283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>
              <a:solidFill>
                <a:schemeClr val="bg1"/>
              </a:solidFill>
            </a:rPr>
            <a:t>Aumentar a produtividade</a:t>
          </a:r>
          <a:endParaRPr lang="pt-BR" sz="1300" kern="1200" dirty="0">
            <a:solidFill>
              <a:schemeClr val="bg1"/>
            </a:solidFill>
          </a:endParaRPr>
        </a:p>
      </dsp:txBody>
      <dsp:txXfrm>
        <a:off x="5045068" y="2628"/>
        <a:ext cx="1405013" cy="428357"/>
      </dsp:txXfrm>
    </dsp:sp>
    <dsp:sp modelId="{9BA92B15-5B80-413C-BFDF-3DC790179850}">
      <dsp:nvSpPr>
        <dsp:cNvPr id="0" name=""/>
        <dsp:cNvSpPr/>
      </dsp:nvSpPr>
      <dsp:spPr>
        <a:xfrm>
          <a:off x="5045068" y="538075"/>
          <a:ext cx="1405013" cy="4283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Reduzir os custos </a:t>
          </a:r>
          <a:endParaRPr lang="pt-BR" sz="1300" kern="1200" dirty="0">
            <a:solidFill>
              <a:srgbClr val="FFC000"/>
            </a:solidFill>
          </a:endParaRPr>
        </a:p>
      </dsp:txBody>
      <dsp:txXfrm>
        <a:off x="5045068" y="538075"/>
        <a:ext cx="1405013" cy="428357"/>
      </dsp:txXfrm>
    </dsp:sp>
    <dsp:sp modelId="{E955E2D9-090D-464F-A01F-1E774D3ED970}">
      <dsp:nvSpPr>
        <dsp:cNvPr id="0" name=""/>
        <dsp:cNvSpPr/>
      </dsp:nvSpPr>
      <dsp:spPr>
        <a:xfrm>
          <a:off x="5045068" y="1073523"/>
          <a:ext cx="1405013" cy="4283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>
              <a:solidFill>
                <a:srgbClr val="FFFFFF"/>
              </a:solidFill>
              <a:latin typeface="Arial"/>
              <a:ea typeface="+mn-ea"/>
              <a:cs typeface="+mn-cs"/>
            </a:rPr>
            <a:t>Aumentar receita</a:t>
          </a:r>
          <a:endParaRPr lang="pt-BR" sz="1300" kern="1200" dirty="0">
            <a:solidFill>
              <a:srgbClr val="FFFFFF"/>
            </a:solidFill>
            <a:latin typeface="Arial"/>
            <a:ea typeface="+mn-ea"/>
            <a:cs typeface="+mn-cs"/>
          </a:endParaRPr>
        </a:p>
      </dsp:txBody>
      <dsp:txXfrm>
        <a:off x="5045068" y="1073523"/>
        <a:ext cx="1405013" cy="428357"/>
      </dsp:txXfrm>
    </dsp:sp>
    <dsp:sp modelId="{A8EC3B3D-34DE-488A-807F-3F45A51031EF}">
      <dsp:nvSpPr>
        <dsp:cNvPr id="0" name=""/>
        <dsp:cNvSpPr/>
      </dsp:nvSpPr>
      <dsp:spPr>
        <a:xfrm>
          <a:off x="1218739" y="1728464"/>
          <a:ext cx="1405013" cy="7248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Proposta de Solução?</a:t>
          </a:r>
        </a:p>
      </dsp:txBody>
      <dsp:txXfrm>
        <a:off x="1218739" y="1728464"/>
        <a:ext cx="1405013" cy="724815"/>
      </dsp:txXfrm>
    </dsp:sp>
    <dsp:sp modelId="{41CCC85B-2978-4FCC-837A-98E21A3807FA}">
      <dsp:nvSpPr>
        <dsp:cNvPr id="0" name=""/>
        <dsp:cNvSpPr/>
      </dsp:nvSpPr>
      <dsp:spPr>
        <a:xfrm>
          <a:off x="2904755" y="1417068"/>
          <a:ext cx="1871828" cy="1347609"/>
        </a:xfrm>
        <a:prstGeom prst="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Desenvolver uma plataforma baseada em microsserviços e arquitetura orientada a eventos</a:t>
          </a:r>
        </a:p>
      </dsp:txBody>
      <dsp:txXfrm>
        <a:off x="2904755" y="1417068"/>
        <a:ext cx="1871828" cy="1347609"/>
      </dsp:txXfrm>
    </dsp:sp>
    <dsp:sp modelId="{C6C74905-3F54-4927-96E8-C540CE653708}">
      <dsp:nvSpPr>
        <dsp:cNvPr id="0" name=""/>
        <dsp:cNvSpPr/>
      </dsp:nvSpPr>
      <dsp:spPr>
        <a:xfrm>
          <a:off x="5057586" y="1608970"/>
          <a:ext cx="1405013" cy="428357"/>
        </a:xfrm>
        <a:prstGeom prst="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>
              <a:solidFill>
                <a:schemeClr val="bg1"/>
              </a:solidFill>
            </a:rPr>
            <a:t>Escalabilidade independente</a:t>
          </a:r>
          <a:endParaRPr lang="pt-BR" sz="1300" kern="1200" dirty="0">
            <a:solidFill>
              <a:schemeClr val="bg1"/>
            </a:solidFill>
          </a:endParaRPr>
        </a:p>
      </dsp:txBody>
      <dsp:txXfrm>
        <a:off x="5057586" y="1608970"/>
        <a:ext cx="1405013" cy="428357"/>
      </dsp:txXfrm>
    </dsp:sp>
    <dsp:sp modelId="{8EAF2E42-BB1E-4FEC-B3F6-E340A16D06FE}">
      <dsp:nvSpPr>
        <dsp:cNvPr id="0" name=""/>
        <dsp:cNvSpPr/>
      </dsp:nvSpPr>
      <dsp:spPr>
        <a:xfrm>
          <a:off x="5057586" y="2144417"/>
          <a:ext cx="1405013" cy="428357"/>
        </a:xfrm>
        <a:prstGeom prst="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solidFill>
                <a:schemeClr val="bg1"/>
              </a:solidFill>
            </a:rPr>
            <a:t>Alta resiliência</a:t>
          </a:r>
          <a:endParaRPr lang="pt-BR" sz="1300" kern="1200" dirty="0">
            <a:solidFill>
              <a:schemeClr val="bg1"/>
            </a:solidFill>
          </a:endParaRPr>
        </a:p>
      </dsp:txBody>
      <dsp:txXfrm>
        <a:off x="5057586" y="2144417"/>
        <a:ext cx="1405013" cy="428357"/>
      </dsp:txXfrm>
    </dsp:sp>
    <dsp:sp modelId="{6CAEC8C0-9E94-4EDE-B715-7B60D0C45154}">
      <dsp:nvSpPr>
        <dsp:cNvPr id="0" name=""/>
        <dsp:cNvSpPr/>
      </dsp:nvSpPr>
      <dsp:spPr>
        <a:xfrm>
          <a:off x="1218739" y="2903597"/>
          <a:ext cx="1405013" cy="7248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Quem são seus usuários?</a:t>
          </a:r>
        </a:p>
      </dsp:txBody>
      <dsp:txXfrm>
        <a:off x="1218739" y="2903597"/>
        <a:ext cx="1405013" cy="724815"/>
      </dsp:txXfrm>
    </dsp:sp>
    <dsp:sp modelId="{A4E933DC-CCD1-4377-BB54-473900B3A8EC}">
      <dsp:nvSpPr>
        <dsp:cNvPr id="0" name=""/>
        <dsp:cNvSpPr/>
      </dsp:nvSpPr>
      <dsp:spPr>
        <a:xfrm>
          <a:off x="2904755" y="2871766"/>
          <a:ext cx="1882591" cy="788478"/>
        </a:xfrm>
        <a:prstGeom prst="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Clientes que realizam pedidos online, Restaurantes Parceiros, Entregadores</a:t>
          </a:r>
        </a:p>
      </dsp:txBody>
      <dsp:txXfrm>
        <a:off x="2904755" y="2871766"/>
        <a:ext cx="1882591" cy="788478"/>
      </dsp:txXfrm>
    </dsp:sp>
    <dsp:sp modelId="{27BAD988-81A9-F54A-ADF2-382E55250D23}">
      <dsp:nvSpPr>
        <dsp:cNvPr id="0" name=""/>
        <dsp:cNvSpPr/>
      </dsp:nvSpPr>
      <dsp:spPr>
        <a:xfrm>
          <a:off x="1218739" y="3735502"/>
          <a:ext cx="1405013" cy="671943"/>
        </a:xfrm>
        <a:prstGeom prst="rect">
          <a:avLst/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>
              <a:solidFill>
                <a:prstClr val="white"/>
              </a:solidFill>
              <a:latin typeface="Calibri"/>
              <a:ea typeface="+mn-ea"/>
              <a:cs typeface="+mn-cs"/>
            </a:rPr>
            <a:t>Quem será seu concorrente?</a:t>
          </a:r>
          <a:endParaRPr lang="pt-BR" sz="1300" kern="1200" dirty="0">
            <a:solidFill>
              <a:prstClr val="white"/>
            </a:solidFill>
            <a:latin typeface="Calibri"/>
            <a:ea typeface="+mn-ea"/>
            <a:cs typeface="+mn-cs"/>
          </a:endParaRPr>
        </a:p>
      </dsp:txBody>
      <dsp:txXfrm>
        <a:off x="1218739" y="3735502"/>
        <a:ext cx="1405013" cy="671943"/>
      </dsp:txXfrm>
    </dsp:sp>
    <dsp:sp modelId="{DA23EF72-17A2-6D40-B22D-F1D4025927E0}">
      <dsp:nvSpPr>
        <dsp:cNvPr id="0" name=""/>
        <dsp:cNvSpPr/>
      </dsp:nvSpPr>
      <dsp:spPr>
        <a:xfrm>
          <a:off x="2904755" y="3793067"/>
          <a:ext cx="1405013" cy="556813"/>
        </a:xfrm>
        <a:prstGeom prst="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IFood, Uber </a:t>
          </a:r>
          <a:r>
            <a:rPr lang="pt-BR" sz="1300" kern="1200" dirty="0" err="1">
              <a:solidFill>
                <a:schemeClr val="bg1"/>
              </a:solidFill>
            </a:rPr>
            <a:t>Eats</a:t>
          </a:r>
          <a:r>
            <a:rPr lang="pt-BR" sz="1300" kern="1200" dirty="0">
              <a:solidFill>
                <a:schemeClr val="bg1"/>
              </a:solidFill>
            </a:rPr>
            <a:t>, 99Food, Rappi</a:t>
          </a:r>
        </a:p>
      </dsp:txBody>
      <dsp:txXfrm>
        <a:off x="2904755" y="3793067"/>
        <a:ext cx="1405013" cy="5568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CB831-621B-B447-BA05-33BBB51106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68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8AFF9-521A-A140-89FE-20F54EFA29C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1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761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525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287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051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3812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6576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339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102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</p:spPr>
        <p:txBody>
          <a:bodyPr spcFirstLastPara="1" wrap="square" lIns="112325" tIns="56150" rIns="112325" bIns="56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19138"/>
            <a:ext cx="47974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7821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99299"/>
            <a:ext cx="5829300" cy="1103540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917349"/>
            <a:ext cx="4800600" cy="1315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08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35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6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1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3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6169"/>
            <a:ext cx="6172200" cy="858044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201262"/>
            <a:ext cx="6172200" cy="33976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04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3308236"/>
            <a:ext cx="5829300" cy="1022502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182055"/>
            <a:ext cx="5829300" cy="112618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7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43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15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086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358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6301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399019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173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9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6169"/>
            <a:ext cx="6172200" cy="858044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201262"/>
            <a:ext cx="3028950" cy="3397616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201262"/>
            <a:ext cx="3028950" cy="3397616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19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6169"/>
            <a:ext cx="6172200" cy="8580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2" y="1152401"/>
            <a:ext cx="3030141" cy="4802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715" indent="0">
              <a:buNone/>
              <a:defRPr sz="1500" b="1"/>
            </a:lvl2pPr>
            <a:lvl3pPr marL="685434" indent="0">
              <a:buNone/>
              <a:defRPr sz="1400" b="1"/>
            </a:lvl3pPr>
            <a:lvl4pPr marL="1028150" indent="0">
              <a:buNone/>
              <a:defRPr sz="1200" b="1"/>
            </a:lvl4pPr>
            <a:lvl5pPr marL="1370868" indent="0">
              <a:buNone/>
              <a:defRPr sz="1200" b="1"/>
            </a:lvl5pPr>
            <a:lvl6pPr marL="1713584" indent="0">
              <a:buNone/>
              <a:defRPr sz="1200" b="1"/>
            </a:lvl6pPr>
            <a:lvl7pPr marL="2056301" indent="0">
              <a:buNone/>
              <a:defRPr sz="1200" b="1"/>
            </a:lvl7pPr>
            <a:lvl8pPr marL="2399019" indent="0">
              <a:buNone/>
              <a:defRPr sz="1200" b="1"/>
            </a:lvl8pPr>
            <a:lvl9pPr marL="2741736" indent="0">
              <a:buNone/>
              <a:defRPr sz="12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2" y="1632667"/>
            <a:ext cx="3030141" cy="296621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5" y="1152401"/>
            <a:ext cx="3031331" cy="4802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715" indent="0">
              <a:buNone/>
              <a:defRPr sz="1500" b="1"/>
            </a:lvl2pPr>
            <a:lvl3pPr marL="685434" indent="0">
              <a:buNone/>
              <a:defRPr sz="1400" b="1"/>
            </a:lvl3pPr>
            <a:lvl4pPr marL="1028150" indent="0">
              <a:buNone/>
              <a:defRPr sz="1200" b="1"/>
            </a:lvl4pPr>
            <a:lvl5pPr marL="1370868" indent="0">
              <a:buNone/>
              <a:defRPr sz="1200" b="1"/>
            </a:lvl5pPr>
            <a:lvl6pPr marL="1713584" indent="0">
              <a:buNone/>
              <a:defRPr sz="1200" b="1"/>
            </a:lvl6pPr>
            <a:lvl7pPr marL="2056301" indent="0">
              <a:buNone/>
              <a:defRPr sz="1200" b="1"/>
            </a:lvl7pPr>
            <a:lvl8pPr marL="2399019" indent="0">
              <a:buNone/>
              <a:defRPr sz="1200" b="1"/>
            </a:lvl8pPr>
            <a:lvl9pPr marL="2741736" indent="0">
              <a:buNone/>
              <a:defRPr sz="12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5" y="1632667"/>
            <a:ext cx="3031331" cy="296621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6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6169"/>
            <a:ext cx="6172200" cy="858044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42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0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6" y="204983"/>
            <a:ext cx="2256235" cy="872345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3" y="204977"/>
            <a:ext cx="3833813" cy="43939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6" y="1077328"/>
            <a:ext cx="2256235" cy="3521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  <a:lvl2pPr marL="342715" indent="0">
              <a:buNone/>
              <a:defRPr sz="900"/>
            </a:lvl2pPr>
            <a:lvl3pPr marL="685434" indent="0">
              <a:buNone/>
              <a:defRPr sz="800"/>
            </a:lvl3pPr>
            <a:lvl4pPr marL="1028150" indent="0">
              <a:buNone/>
              <a:defRPr sz="700"/>
            </a:lvl4pPr>
            <a:lvl5pPr marL="1370868" indent="0">
              <a:buNone/>
              <a:defRPr sz="700"/>
            </a:lvl5pPr>
            <a:lvl6pPr marL="1713584" indent="0">
              <a:buNone/>
              <a:defRPr sz="700"/>
            </a:lvl6pPr>
            <a:lvl7pPr marL="2056301" indent="0">
              <a:buNone/>
              <a:defRPr sz="700"/>
            </a:lvl7pPr>
            <a:lvl8pPr marL="2399019" indent="0">
              <a:buNone/>
              <a:defRPr sz="700"/>
            </a:lvl8pPr>
            <a:lvl9pPr marL="2741736" indent="0">
              <a:buNone/>
              <a:defRPr sz="7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87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3603784"/>
            <a:ext cx="4114800" cy="425447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460007"/>
            <a:ext cx="4114800" cy="3088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715" indent="0">
              <a:buNone/>
              <a:defRPr sz="2100"/>
            </a:lvl2pPr>
            <a:lvl3pPr marL="685434" indent="0">
              <a:buNone/>
              <a:defRPr sz="1800"/>
            </a:lvl3pPr>
            <a:lvl4pPr marL="1028150" indent="0">
              <a:buNone/>
              <a:defRPr sz="1500"/>
            </a:lvl4pPr>
            <a:lvl5pPr marL="1370868" indent="0">
              <a:buNone/>
              <a:defRPr sz="1500"/>
            </a:lvl5pPr>
            <a:lvl6pPr marL="1713584" indent="0">
              <a:buNone/>
              <a:defRPr sz="1500"/>
            </a:lvl6pPr>
            <a:lvl7pPr marL="2056301" indent="0">
              <a:buNone/>
              <a:defRPr sz="1500"/>
            </a:lvl7pPr>
            <a:lvl8pPr marL="2399019" indent="0">
              <a:buNone/>
              <a:defRPr sz="1500"/>
            </a:lvl8pPr>
            <a:lvl9pPr marL="2741736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4029237"/>
            <a:ext cx="4114800" cy="604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  <a:lvl2pPr marL="342715" indent="0">
              <a:buNone/>
              <a:defRPr sz="900"/>
            </a:lvl2pPr>
            <a:lvl3pPr marL="685434" indent="0">
              <a:buNone/>
              <a:defRPr sz="800"/>
            </a:lvl3pPr>
            <a:lvl4pPr marL="1028150" indent="0">
              <a:buNone/>
              <a:defRPr sz="700"/>
            </a:lvl4pPr>
            <a:lvl5pPr marL="1370868" indent="0">
              <a:buNone/>
              <a:defRPr sz="700"/>
            </a:lvl5pPr>
            <a:lvl6pPr marL="1713584" indent="0">
              <a:buNone/>
              <a:defRPr sz="700"/>
            </a:lvl6pPr>
            <a:lvl7pPr marL="2056301" indent="0">
              <a:buNone/>
              <a:defRPr sz="700"/>
            </a:lvl7pPr>
            <a:lvl8pPr marL="2399019" indent="0">
              <a:buNone/>
              <a:defRPr sz="700"/>
            </a:lvl8pPr>
            <a:lvl9pPr marL="2741736" indent="0">
              <a:buNone/>
              <a:defRPr sz="7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6169"/>
            <a:ext cx="6172200" cy="858044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1201262"/>
            <a:ext cx="6172200" cy="339761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9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06169"/>
            <a:ext cx="1543050" cy="4392708"/>
          </a:xfrm>
          <a:prstGeom prst="rect">
            <a:avLst/>
          </a:prstGeo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06169"/>
            <a:ext cx="4514850" cy="439270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369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Layout Personalizado">
  <p:cSld name="4_Layout Personalizad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2996953" y="2033582"/>
            <a:ext cx="2646759" cy="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342900" marR="0" lvl="0" indent="-171450" algn="l" rtl="0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30480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0006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3" descr="fiap_elemento2.png">
            <a:extLst>
              <a:ext uri="{FF2B5EF4-FFF2-40B4-BE49-F238E27FC236}">
                <a16:creationId xmlns:a16="http://schemas.microsoft.com/office/drawing/2014/main" id="{B74FEA52-8AAA-5240-B1A6-FCACC3B9426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513"/>
            <a:ext cx="9164044" cy="515477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06169"/>
            <a:ext cx="6172200" cy="858044"/>
          </a:xfrm>
          <a:prstGeom prst="rect">
            <a:avLst/>
          </a:prstGeom>
        </p:spPr>
        <p:txBody>
          <a:bodyPr vert="horz" lIns="68544" tIns="34272" rIns="68544" bIns="34272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201262"/>
            <a:ext cx="6172200" cy="3397616"/>
          </a:xfrm>
          <a:prstGeom prst="rect">
            <a:avLst/>
          </a:prstGeom>
        </p:spPr>
        <p:txBody>
          <a:bodyPr vert="horz" lIns="68544" tIns="34272" rIns="68544" bIns="34272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 vert="horz" lIns="68544" tIns="34272" rIns="68544" bIns="34272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695D4-C2E3-524A-A154-E6036064930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 vert="horz" lIns="68544" tIns="34272" rIns="68544" bIns="34272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 vert="horz" lIns="68544" tIns="34272" rIns="68544" bIns="34272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CFD00-10A0-8A42-BC0C-7FB4973ACCF2}" type="slidenum">
              <a:rPr lang="en-US" smtClean="0"/>
              <a:t>‹nº›</a:t>
            </a:fld>
            <a:endParaRPr lang="en-US"/>
          </a:p>
        </p:txBody>
      </p:sp>
      <p:pic>
        <p:nvPicPr>
          <p:cNvPr id="14" name="Picture 6" descr="fiap_elemento.png">
            <a:extLst>
              <a:ext uri="{FF2B5EF4-FFF2-40B4-BE49-F238E27FC236}">
                <a16:creationId xmlns:a16="http://schemas.microsoft.com/office/drawing/2014/main" id="{C1E630A5-46CA-6F40-9553-2DE522A78E9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81191" y="-379936"/>
            <a:ext cx="10040798" cy="5647950"/>
          </a:xfrm>
          <a:prstGeom prst="rect">
            <a:avLst/>
          </a:prstGeom>
        </p:spPr>
      </p:pic>
      <p:grpSp>
        <p:nvGrpSpPr>
          <p:cNvPr id="13" name="Group 6">
            <a:extLst>
              <a:ext uri="{FF2B5EF4-FFF2-40B4-BE49-F238E27FC236}">
                <a16:creationId xmlns:a16="http://schemas.microsoft.com/office/drawing/2014/main" id="{C452967C-D1A9-D444-90CE-2CEEE008EA2C}"/>
              </a:ext>
            </a:extLst>
          </p:cNvPr>
          <p:cNvGrpSpPr/>
          <p:nvPr userDrawn="1"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5" name="Imagem 1">
              <a:extLst>
                <a:ext uri="{FF2B5EF4-FFF2-40B4-BE49-F238E27FC236}">
                  <a16:creationId xmlns:a16="http://schemas.microsoft.com/office/drawing/2014/main" id="{F7DA698C-E7F4-724B-B1B3-937C8D7B8B2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16" name="Picture 9" descr="mba.png">
              <a:extLst>
                <a:ext uri="{FF2B5EF4-FFF2-40B4-BE49-F238E27FC236}">
                  <a16:creationId xmlns:a16="http://schemas.microsoft.com/office/drawing/2014/main" id="{335E9A58-E6DE-9E42-A9CF-94622145E2E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92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8" r:id="rId12"/>
  </p:sldLayoutIdLst>
  <p:txStyles>
    <p:titleStyle>
      <a:lvl1pPr algn="ctr" defTabSz="342715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039" indent="-257039" algn="l" defTabSz="34271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915" indent="-214199" algn="l" defTabSz="342715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6794" indent="-171358" algn="l" defTabSz="342715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509" indent="-171358" algn="l" defTabSz="342715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225" indent="-171358" algn="l" defTabSz="342715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4943" indent="-171358" algn="l" defTabSz="342715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7660" indent="-171358" algn="l" defTabSz="342715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0378" indent="-171358" algn="l" defTabSz="342715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3093" indent="-171358" algn="l" defTabSz="342715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715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434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150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868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3584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301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019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1736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hyperlink" Target="https://excalidraw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xcalidraw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xcalidraw.co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xcalidraw.co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xcalidraw.com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xcalidraw.com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xcalidraw.com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xcalidraw.co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hyperlink" Target="https://dbdiagram.io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hyperlink" Target="https://dbdiagram.io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hyperlink" Target="https://dbdiagram.io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hyperlink" Target="https://dbdiagram.io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hyperlink" Target="https://dbdiagram.io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1"/>
          <p:cNvSpPr txBox="1">
            <a:spLocks noGrp="1"/>
          </p:cNvSpPr>
          <p:nvPr>
            <p:ph type="body" idx="1"/>
          </p:nvPr>
        </p:nvSpPr>
        <p:spPr>
          <a:xfrm>
            <a:off x="1037880" y="2085810"/>
            <a:ext cx="3709647" cy="21972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 marL="0" indent="0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tx1"/>
                </a:solidFill>
              </a:rPr>
              <a:t>TRABALHO</a:t>
            </a:r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100"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tx1"/>
                </a:solidFill>
              </a:rPr>
              <a:t>EQUIPE:</a:t>
            </a:r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100"/>
            </a:pPr>
            <a:endParaRPr lang="en-US" dirty="0">
              <a:solidFill>
                <a:schemeClr val="tx1"/>
              </a:solidFill>
            </a:endParaRPr>
          </a:p>
          <a:p>
            <a:r>
              <a:rPr lang="pt-BR" dirty="0">
                <a:solidFill>
                  <a:srgbClr val="FF0000"/>
                </a:solidFill>
              </a:rPr>
              <a:t>Gabriel Ximenes – RM365776</a:t>
            </a:r>
          </a:p>
          <a:p>
            <a:r>
              <a:rPr lang="pt-BR" dirty="0">
                <a:solidFill>
                  <a:srgbClr val="FF0000"/>
                </a:solidFill>
                <a:cs typeface="Calibri"/>
              </a:rPr>
              <a:t>Bruno Nogueira </a:t>
            </a:r>
            <a:r>
              <a:rPr lang="pt-BR" dirty="0">
                <a:solidFill>
                  <a:srgbClr val="FF0000"/>
                </a:solidFill>
              </a:rPr>
              <a:t>– RM</a:t>
            </a:r>
            <a:r>
              <a:rPr lang="pt-BR" dirty="0">
                <a:solidFill>
                  <a:srgbClr val="FF0000"/>
                </a:solidFill>
                <a:cs typeface="Calibri"/>
              </a:rPr>
              <a:t>364457</a:t>
            </a:r>
          </a:p>
          <a:p>
            <a:r>
              <a:rPr lang="pt-BR" dirty="0">
                <a:solidFill>
                  <a:srgbClr val="FF0000"/>
                </a:solidFill>
                <a:cs typeface="Calibri"/>
              </a:rPr>
              <a:t>Evaldo Junior </a:t>
            </a:r>
            <a:r>
              <a:rPr lang="pt-BR" dirty="0">
                <a:solidFill>
                  <a:srgbClr val="FF0000"/>
                </a:solidFill>
              </a:rPr>
              <a:t>– RM</a:t>
            </a:r>
            <a:r>
              <a:rPr lang="pt-BR" dirty="0">
                <a:solidFill>
                  <a:srgbClr val="FF0000"/>
                </a:solidFill>
                <a:cs typeface="Calibri"/>
              </a:rPr>
              <a:t>364056</a:t>
            </a:r>
          </a:p>
          <a:p>
            <a:r>
              <a:rPr lang="pt-BR" dirty="0">
                <a:solidFill>
                  <a:srgbClr val="FF0000"/>
                </a:solidFill>
                <a:cs typeface="Calibri"/>
              </a:rPr>
              <a:t>Herivelto Junior </a:t>
            </a:r>
            <a:r>
              <a:rPr lang="pt-BR" dirty="0">
                <a:solidFill>
                  <a:srgbClr val="FF0000"/>
                </a:solidFill>
              </a:rPr>
              <a:t>– RM</a:t>
            </a:r>
            <a:r>
              <a:rPr lang="pt-BR" dirty="0">
                <a:solidFill>
                  <a:srgbClr val="FF0000"/>
                </a:solidFill>
                <a:cs typeface="Calibri"/>
              </a:rPr>
              <a:t>364212</a:t>
            </a:r>
          </a:p>
          <a:p>
            <a:r>
              <a:rPr lang="pt-BR" dirty="0">
                <a:solidFill>
                  <a:srgbClr val="FF0000"/>
                </a:solidFill>
                <a:cs typeface="Calibri"/>
              </a:rPr>
              <a:t>Joao Rodrigues </a:t>
            </a:r>
            <a:r>
              <a:rPr lang="pt-BR" dirty="0">
                <a:solidFill>
                  <a:srgbClr val="FF0000"/>
                </a:solidFill>
              </a:rPr>
              <a:t>– RM</a:t>
            </a:r>
            <a:r>
              <a:rPr lang="pt-BR" dirty="0">
                <a:solidFill>
                  <a:srgbClr val="FF0000"/>
                </a:solidFill>
                <a:cs typeface="Calibri"/>
              </a:rPr>
              <a:t>364668</a:t>
            </a:r>
          </a:p>
        </p:txBody>
      </p:sp>
      <p:sp>
        <p:nvSpPr>
          <p:cNvPr id="154" name="Google Shape;154;p41"/>
          <p:cNvSpPr txBox="1"/>
          <p:nvPr/>
        </p:nvSpPr>
        <p:spPr>
          <a:xfrm>
            <a:off x="1436690" y="4654865"/>
            <a:ext cx="3430190" cy="428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1371600" lvl="4" algn="r">
              <a:buClr>
                <a:srgbClr val="D9D9D9"/>
              </a:buClr>
              <a:buSzPts val="1200"/>
            </a:pPr>
            <a:r>
              <a:rPr lang="en-US" sz="900" b="1" dirty="0">
                <a:latin typeface="Arial"/>
                <a:ea typeface="Arial"/>
                <a:cs typeface="Arial"/>
                <a:sym typeface="Arial"/>
              </a:rPr>
              <a:t>Prof. André Pontes </a:t>
            </a:r>
            <a:r>
              <a:rPr lang="en-US" sz="900" b="1" dirty="0" err="1">
                <a:latin typeface="Arial"/>
                <a:ea typeface="Arial"/>
                <a:cs typeface="Arial"/>
                <a:sym typeface="Arial"/>
              </a:rPr>
              <a:t>Sampaio</a:t>
            </a:r>
            <a:endParaRPr sz="900" b="1" dirty="0">
              <a:latin typeface="Arial"/>
              <a:ea typeface="Arial"/>
              <a:cs typeface="Arial"/>
              <a:sym typeface="Arial"/>
            </a:endParaRPr>
          </a:p>
          <a:p>
            <a:pPr marL="1371600" lvl="4" algn="r">
              <a:spcBef>
                <a:spcPts val="180"/>
              </a:spcBef>
              <a:buClr>
                <a:srgbClr val="D9D9D9"/>
              </a:buClr>
              <a:buSzPts val="1200"/>
            </a:pPr>
            <a:r>
              <a:rPr lang="pt-BR" sz="900" dirty="0" err="1"/>
              <a:t>profandre.sampaio@fiap.com.br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EBD7EC8-6B4B-594B-B8FC-572E1B498D45}"/>
              </a:ext>
            </a:extLst>
          </p:cNvPr>
          <p:cNvSpPr txBox="1"/>
          <p:nvPr/>
        </p:nvSpPr>
        <p:spPr>
          <a:xfrm>
            <a:off x="0" y="991060"/>
            <a:ext cx="6858000" cy="1077157"/>
          </a:xfrm>
          <a:prstGeom prst="rect">
            <a:avLst/>
          </a:prstGeom>
          <a:noFill/>
        </p:spPr>
        <p:txBody>
          <a:bodyPr wrap="square" lIns="91380" tIns="45690" rIns="91380" bIns="45690" rtlCol="0">
            <a:spAutoFit/>
          </a:bodyPr>
          <a:lstStyle/>
          <a:p>
            <a:pPr lvl="0" algn="ctr" defTabSz="456531">
              <a:spcBef>
                <a:spcPct val="20000"/>
              </a:spcBef>
            </a:pPr>
            <a:r>
              <a:rPr lang="en-US" sz="2800" dirty="0">
                <a:solidFill>
                  <a:srgbClr val="626E73"/>
                </a:solidFill>
                <a:latin typeface="Gotham HTF Light"/>
                <a:cs typeface="Gotham HTF Light"/>
              </a:rPr>
              <a:t> </a:t>
            </a:r>
            <a:r>
              <a:rPr lang="pt-BR" sz="3200" dirty="0">
                <a:solidFill>
                  <a:srgbClr val="626E73"/>
                </a:solidFill>
                <a:latin typeface="Gotham HTF Bold"/>
                <a:sym typeface="Arial"/>
              </a:rPr>
              <a:t>MICROSERVICES, APIs &amp; WEBHOOKS</a:t>
            </a:r>
          </a:p>
        </p:txBody>
      </p:sp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CDD46417-C48B-A84A-B3DC-1E81B50C0B3D}"/>
              </a:ext>
            </a:extLst>
          </p:cNvPr>
          <p:cNvCxnSpPr/>
          <p:nvPr/>
        </p:nvCxnSpPr>
        <p:spPr>
          <a:xfrm>
            <a:off x="265076" y="2344881"/>
            <a:ext cx="444501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69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71;p44">
            <a:extLst>
              <a:ext uri="{FF2B5EF4-FFF2-40B4-BE49-F238E27FC236}">
                <a16:creationId xmlns:a16="http://schemas.microsoft.com/office/drawing/2014/main" id="{84DC1B38-1F09-B74F-BA39-59B80008A055}"/>
              </a:ext>
            </a:extLst>
          </p:cNvPr>
          <p:cNvSpPr txBox="1">
            <a:spLocks/>
          </p:cNvSpPr>
          <p:nvPr/>
        </p:nvSpPr>
        <p:spPr>
          <a:xfrm>
            <a:off x="417376" y="1863889"/>
            <a:ext cx="6320118" cy="21462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marL="0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715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434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150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0868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3584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6301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9019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1736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spcBef>
                <a:spcPts val="0"/>
              </a:spcBef>
              <a:buFont typeface="Arial"/>
              <a:buAutoNum type="arabicParenR"/>
            </a:pPr>
            <a:endParaRPr lang="pt-BR" sz="2000" dirty="0"/>
          </a:p>
          <a:p>
            <a:pPr marL="514350" indent="-514350" algn="l">
              <a:spcBef>
                <a:spcPts val="0"/>
              </a:spcBef>
              <a:buFont typeface="Arial"/>
              <a:buAutoNum type="arabicParenR"/>
            </a:pPr>
            <a:r>
              <a:rPr lang="pt-BR" sz="2000" dirty="0"/>
              <a:t>RELATO DO PROBLEMA:			2 PONTOS</a:t>
            </a:r>
          </a:p>
          <a:p>
            <a:pPr marL="514350" indent="-514350" algn="l">
              <a:spcBef>
                <a:spcPts val="0"/>
              </a:spcBef>
              <a:buFont typeface="Arial"/>
              <a:buAutoNum type="arabicParenR"/>
            </a:pPr>
            <a:endParaRPr lang="pt-BR" sz="2000" dirty="0"/>
          </a:p>
          <a:p>
            <a:pPr marL="514350" indent="-514350" algn="l">
              <a:spcBef>
                <a:spcPts val="0"/>
              </a:spcBef>
              <a:buFont typeface="Arial"/>
              <a:buAutoNum type="arabicParenR"/>
            </a:pPr>
            <a:r>
              <a:rPr lang="pt-BR" sz="2000" dirty="0"/>
              <a:t>PROPOSTA DE SOLUÇÃO:			2 PONTOS</a:t>
            </a:r>
          </a:p>
          <a:p>
            <a:pPr marL="514350" indent="-514350" algn="l">
              <a:spcBef>
                <a:spcPts val="0"/>
              </a:spcBef>
              <a:buFont typeface="Arial"/>
              <a:buAutoNum type="arabicParenR"/>
            </a:pPr>
            <a:endParaRPr lang="pt-BR" sz="2000" dirty="0"/>
          </a:p>
          <a:p>
            <a:pPr marL="514350" indent="-514350" algn="l">
              <a:spcBef>
                <a:spcPts val="0"/>
              </a:spcBef>
              <a:buFont typeface="Arial"/>
              <a:buAutoNum type="arabicParenR"/>
            </a:pPr>
            <a:r>
              <a:rPr lang="pt-BR" sz="2000" dirty="0"/>
              <a:t>TOPOLOGIA DA SOLUÇÃO:		6 PONTOS</a:t>
            </a:r>
          </a:p>
          <a:p>
            <a:pPr algn="l">
              <a:spcBef>
                <a:spcPts val="0"/>
              </a:spcBef>
            </a:pPr>
            <a:endParaRPr lang="pt-BR" sz="2000" dirty="0"/>
          </a:p>
          <a:p>
            <a:pPr algn="l">
              <a:spcBef>
                <a:spcPts val="0"/>
              </a:spcBef>
            </a:pPr>
            <a:endParaRPr lang="pt-BR" sz="2000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F82FFD2B-C0C9-7146-96C6-A13001314499}"/>
              </a:ext>
            </a:extLst>
          </p:cNvPr>
          <p:cNvSpPr txBox="1"/>
          <p:nvPr/>
        </p:nvSpPr>
        <p:spPr>
          <a:xfrm>
            <a:off x="17806" y="419277"/>
            <a:ext cx="6858000" cy="630942"/>
          </a:xfrm>
          <a:prstGeom prst="rect">
            <a:avLst/>
          </a:prstGeom>
          <a:noFill/>
        </p:spPr>
        <p:txBody>
          <a:bodyPr wrap="square" lIns="91380" tIns="45690" rIns="91380" bIns="45690" rtlCol="0">
            <a:spAutoFit/>
          </a:bodyPr>
          <a:lstStyle/>
          <a:p>
            <a:pPr algn="ctr"/>
            <a:r>
              <a:rPr lang="en-US" sz="3500" dirty="0">
                <a:solidFill>
                  <a:srgbClr val="626E73"/>
                </a:solidFill>
                <a:latin typeface="Gotham HTF Light"/>
                <a:cs typeface="Gotham HTF Light"/>
              </a:rPr>
              <a:t> INSTRUÇÕES</a:t>
            </a:r>
          </a:p>
        </p:txBody>
      </p:sp>
      <p:cxnSp>
        <p:nvCxnSpPr>
          <p:cNvPr id="6" name="Straight Connector 15">
            <a:extLst>
              <a:ext uri="{FF2B5EF4-FFF2-40B4-BE49-F238E27FC236}">
                <a16:creationId xmlns:a16="http://schemas.microsoft.com/office/drawing/2014/main" id="{02119770-A2D4-4A42-AC2C-E4C351A891BA}"/>
              </a:ext>
            </a:extLst>
          </p:cNvPr>
          <p:cNvCxnSpPr/>
          <p:nvPr/>
        </p:nvCxnSpPr>
        <p:spPr>
          <a:xfrm>
            <a:off x="2881659" y="2402931"/>
            <a:ext cx="627066" cy="0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5">
            <a:extLst>
              <a:ext uri="{FF2B5EF4-FFF2-40B4-BE49-F238E27FC236}">
                <a16:creationId xmlns:a16="http://schemas.microsoft.com/office/drawing/2014/main" id="{B4BD93A8-1B02-5344-B3D4-F7593437B088}"/>
              </a:ext>
            </a:extLst>
          </p:cNvPr>
          <p:cNvCxnSpPr/>
          <p:nvPr/>
        </p:nvCxnSpPr>
        <p:spPr>
          <a:xfrm>
            <a:off x="2881659" y="3029455"/>
            <a:ext cx="627066" cy="0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5">
            <a:extLst>
              <a:ext uri="{FF2B5EF4-FFF2-40B4-BE49-F238E27FC236}">
                <a16:creationId xmlns:a16="http://schemas.microsoft.com/office/drawing/2014/main" id="{D5D08F95-5F6F-BE43-9982-755944501CA2}"/>
              </a:ext>
            </a:extLst>
          </p:cNvPr>
          <p:cNvCxnSpPr/>
          <p:nvPr/>
        </p:nvCxnSpPr>
        <p:spPr>
          <a:xfrm>
            <a:off x="2881659" y="3676377"/>
            <a:ext cx="627066" cy="0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494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E9C1E1-9002-6D1A-8709-82903736B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4369D633-7FC9-F329-A913-CE732116C78E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1 – RELATO DO PROBLEMA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006F5C-1E35-2A32-9485-BAA0422AC7C0}"/>
              </a:ext>
            </a:extLst>
          </p:cNvPr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453366C-EFC9-C1C4-AAA0-3A9E5E6E2A7D}"/>
              </a:ext>
            </a:extLst>
          </p:cNvPr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>
              <a:extLst>
                <a:ext uri="{FF2B5EF4-FFF2-40B4-BE49-F238E27FC236}">
                  <a16:creationId xmlns:a16="http://schemas.microsoft.com/office/drawing/2014/main" id="{27EE6836-57C3-8A06-2A81-0DBCF5A2F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>
              <a:extLst>
                <a:ext uri="{FF2B5EF4-FFF2-40B4-BE49-F238E27FC236}">
                  <a16:creationId xmlns:a16="http://schemas.microsoft.com/office/drawing/2014/main" id="{20B1BE43-A27B-F6FF-5702-27DC349CA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pic>
        <p:nvPicPr>
          <p:cNvPr id="8" name="Picture 2">
            <a:extLst>
              <a:ext uri="{FF2B5EF4-FFF2-40B4-BE49-F238E27FC236}">
                <a16:creationId xmlns:a16="http://schemas.microsoft.com/office/drawing/2014/main" id="{C230AB5D-BD96-EEC9-9B22-E4622DCCD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86208" y="3125357"/>
            <a:ext cx="840569" cy="818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F2F70FB3-74F4-4C47-B1AE-883AB5B68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86202" y="1144199"/>
            <a:ext cx="834998" cy="846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45F75A14-BDD7-978F-FFA2-B19517327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02162" y="2169317"/>
            <a:ext cx="919038" cy="80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2A721AD2-A8F2-7329-3D26-300E1AD27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55732" y="4038391"/>
            <a:ext cx="865469" cy="790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321B074A-F218-39C4-2E0B-207C7BB10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48010"/>
              </p:ext>
            </p:extLst>
          </p:nvPr>
        </p:nvGraphicFramePr>
        <p:xfrm>
          <a:off x="231224" y="873691"/>
          <a:ext cx="5224697" cy="365773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24697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347597">
                <a:tc>
                  <a:txBody>
                    <a:bodyPr/>
                    <a:lstStyle/>
                    <a:p>
                      <a:r>
                        <a:rPr lang="pt-BR" sz="1600" dirty="0"/>
                        <a:t>Plataformas de delivery de comida precisam coordenar, de forma quase instantânea, um fluxo complexo em múltiplas frentes: clientes, restaurantes, entregadores e pagamentos.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2857631">
                <a:tc>
                  <a:txBody>
                    <a:bodyPr/>
                    <a:lstStyle/>
                    <a:p>
                      <a:r>
                        <a:rPr lang="pt-BR" sz="1600" b="1" dirty="0"/>
                        <a:t>Plataformas de delivery</a:t>
                      </a:r>
                      <a:r>
                        <a:rPr lang="pt-BR" sz="1600" dirty="0"/>
                        <a:t> tornaram-se essenciais no mercado digital, conectando clientes, restaurantes e entregadores em tempo real.</a:t>
                      </a:r>
                      <a:br>
                        <a:rPr lang="pt-BR" sz="1600" dirty="0"/>
                      </a:br>
                      <a:r>
                        <a:rPr lang="pt-BR" sz="1600" dirty="0"/>
                        <a:t>O crescimento da demanda exige sistemas altamente disponíveis, escaláveis e capazes de lidar com grandes volumes de transações simultâneas.</a:t>
                      </a:r>
                    </a:p>
                    <a:p>
                      <a:r>
                        <a:rPr lang="pt-BR" sz="1600" dirty="0"/>
                        <a:t>O principal desafio é garantir uma experiência rápida e confiável mesmo durante picos de uso, como horários de almoço e jantar.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801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EB57D-96B0-C05B-2919-078BFB1B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2E6A4547-FAB9-8F8D-2318-E743C3CE4776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1 – RELATO DO PROBLEMA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98F4004-DF3B-F514-9209-1B4D08266F9C}"/>
              </a:ext>
            </a:extLst>
          </p:cNvPr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00640F-EAEE-9286-3A1C-F1EB7451CC13}"/>
              </a:ext>
            </a:extLst>
          </p:cNvPr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>
              <a:extLst>
                <a:ext uri="{FF2B5EF4-FFF2-40B4-BE49-F238E27FC236}">
                  <a16:creationId xmlns:a16="http://schemas.microsoft.com/office/drawing/2014/main" id="{E08E35D6-9222-A848-F60F-B0945C225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>
              <a:extLst>
                <a:ext uri="{FF2B5EF4-FFF2-40B4-BE49-F238E27FC236}">
                  <a16:creationId xmlns:a16="http://schemas.microsoft.com/office/drawing/2014/main" id="{588D59DC-E053-4FC0-21D0-165314A27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pic>
        <p:nvPicPr>
          <p:cNvPr id="8" name="Picture 2">
            <a:extLst>
              <a:ext uri="{FF2B5EF4-FFF2-40B4-BE49-F238E27FC236}">
                <a16:creationId xmlns:a16="http://schemas.microsoft.com/office/drawing/2014/main" id="{0D466F56-F161-861C-C39B-882EA91EC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86208" y="3125357"/>
            <a:ext cx="840569" cy="818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AA1ABAC2-506E-8277-86C6-63E24F8ED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86202" y="1144199"/>
            <a:ext cx="834998" cy="846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D4CE24AA-2740-11F3-64A0-6ACA7AF0B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02162" y="2169317"/>
            <a:ext cx="919038" cy="80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18037D37-6069-F8AE-1AEB-E9474BAA5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55732" y="4038391"/>
            <a:ext cx="865469" cy="790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038CC815-9BF9-3C88-F5F7-91037C35F406}"/>
              </a:ext>
            </a:extLst>
          </p:cNvPr>
          <p:cNvGraphicFramePr>
            <a:graphicFrameLocks noGrp="1"/>
          </p:cNvGraphicFramePr>
          <p:nvPr/>
        </p:nvGraphicFramePr>
        <p:xfrm>
          <a:off x="231224" y="873691"/>
          <a:ext cx="5224697" cy="32052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24697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347597">
                <a:tc>
                  <a:txBody>
                    <a:bodyPr/>
                    <a:lstStyle/>
                    <a:p>
                      <a:r>
                        <a:rPr lang="pt-BR" sz="1600" dirty="0"/>
                        <a:t>Cenário Atual e Complexidade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2857631">
                <a:tc>
                  <a:txBody>
                    <a:bodyPr/>
                    <a:lstStyle/>
                    <a:p>
                      <a:r>
                        <a:rPr lang="pt-BR" sz="1600" dirty="0"/>
                        <a:t>O processo de delivery envolve vários participantes e etapas:</a:t>
                      </a:r>
                    </a:p>
                    <a:p>
                      <a:endParaRPr lang="pt-BR" sz="1600" dirty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pt-BR" sz="1600" dirty="0"/>
                        <a:t>Cliente realiza o pedido e efetua o pagamento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pt-BR" sz="1600" dirty="0"/>
                        <a:t>Restaurante aceita e prepara o pedido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pt-BR" sz="1600" dirty="0"/>
                        <a:t>Plataforma aloca um entregador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pt-BR" sz="1600" dirty="0"/>
                        <a:t>Entrega é realizada e acompanhada em tempo real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pt-BR" sz="1600" dirty="0"/>
                    </a:p>
                    <a:p>
                      <a:r>
                        <a:rPr lang="pt-BR" sz="1600" dirty="0"/>
                        <a:t>Cada etapa depende da anterior e envolve sistemas distintos, integrações externas e tomada de decisão em tempo real.</a:t>
                      </a:r>
                    </a:p>
                    <a:p>
                      <a:r>
                        <a:rPr lang="pt-BR" sz="1600" dirty="0"/>
                        <a:t>Isso torna o fluxo complexo e sujeito a falhas.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815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6CE1D6-6618-2868-11BF-2E6C4FCF0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2D6E29BB-4BC4-7B91-D017-E3ADAF70293D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1 – RELATO DO PROBLEMA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9C555-F595-992C-807D-A00DE6881D1A}"/>
              </a:ext>
            </a:extLst>
          </p:cNvPr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15ED0B-7AF0-1520-ECDB-D17C516CC29D}"/>
              </a:ext>
            </a:extLst>
          </p:cNvPr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>
              <a:extLst>
                <a:ext uri="{FF2B5EF4-FFF2-40B4-BE49-F238E27FC236}">
                  <a16:creationId xmlns:a16="http://schemas.microsoft.com/office/drawing/2014/main" id="{F7808D4B-2FFC-CD5F-355F-DEB05BD52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>
              <a:extLst>
                <a:ext uri="{FF2B5EF4-FFF2-40B4-BE49-F238E27FC236}">
                  <a16:creationId xmlns:a16="http://schemas.microsoft.com/office/drawing/2014/main" id="{2617CD0D-B2C1-F89E-46A4-405B32555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pic>
        <p:nvPicPr>
          <p:cNvPr id="8" name="Picture 2">
            <a:extLst>
              <a:ext uri="{FF2B5EF4-FFF2-40B4-BE49-F238E27FC236}">
                <a16:creationId xmlns:a16="http://schemas.microsoft.com/office/drawing/2014/main" id="{4C5E9AF8-1DCA-9F45-F4AE-B4BD2BD2E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86208" y="3125357"/>
            <a:ext cx="840569" cy="818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DFDCD4C4-343E-7000-168D-7E0126ED1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86202" y="1144199"/>
            <a:ext cx="834998" cy="846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006E1975-CDA1-B064-EF84-8CA1C38BD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02162" y="2169317"/>
            <a:ext cx="919038" cy="80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65D792DD-0FF9-25F7-FD05-E50ED4918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55732" y="4038391"/>
            <a:ext cx="865469" cy="790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D77C48EC-18C8-5EAD-7D1C-82A5620B2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642501"/>
              </p:ext>
            </p:extLst>
          </p:nvPr>
        </p:nvGraphicFramePr>
        <p:xfrm>
          <a:off x="231224" y="873691"/>
          <a:ext cx="5224697" cy="37421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24697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389186">
                <a:tc>
                  <a:txBody>
                    <a:bodyPr/>
                    <a:lstStyle/>
                    <a:p>
                      <a:r>
                        <a:rPr lang="pt-BR" sz="1600" dirty="0"/>
                        <a:t>Problemas do Modelo Tradicional (Monolítico)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3352964">
                <a:tc>
                  <a:txBody>
                    <a:bodyPr/>
                    <a:lstStyle/>
                    <a:p>
                      <a:r>
                        <a:rPr lang="pt-BR" sz="1600" dirty="0"/>
                        <a:t>Sistemas monolíticos tradicionais apresentam limitações relevantes: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pt-BR" sz="1400" b="1" dirty="0"/>
                        <a:t>Escalabilidade limitada</a:t>
                      </a:r>
                      <a:r>
                        <a:rPr lang="pt-BR" sz="1400" dirty="0"/>
                        <a:t>: é necessário escalar toda a aplicação, mesmo quando apenas uma funcionalidade está sob alta carga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pt-BR" sz="1400" b="1" dirty="0"/>
                        <a:t>Alto acoplamento </a:t>
                      </a:r>
                      <a:r>
                        <a:rPr lang="pt-BR" sz="1400" dirty="0"/>
                        <a:t>entre módulos, dificultando evolução e manutenção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pt-BR" sz="1400" dirty="0"/>
                        <a:t>Atualizações e </a:t>
                      </a:r>
                      <a:r>
                        <a:rPr lang="pt-BR" sz="1400" dirty="0" err="1"/>
                        <a:t>deploys</a:t>
                      </a:r>
                      <a:r>
                        <a:rPr lang="pt-BR" sz="1400" dirty="0"/>
                        <a:t> com maior </a:t>
                      </a:r>
                      <a:r>
                        <a:rPr lang="pt-BR" sz="1400" b="1" dirty="0"/>
                        <a:t>risco de indisponibilidade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pt-BR" sz="1400" b="1" dirty="0"/>
                        <a:t>Baixa resiliência</a:t>
                      </a:r>
                      <a:r>
                        <a:rPr lang="pt-BR" sz="1400" dirty="0"/>
                        <a:t>: falha em uma parte do sistema pode comprometer todo o serviço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pt-BR" sz="1400" b="1" dirty="0"/>
                        <a:t>Dificuldade para integrar </a:t>
                      </a:r>
                      <a:r>
                        <a:rPr lang="pt-BR" sz="1400" dirty="0"/>
                        <a:t>novos serviços e parceiros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865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F4807A3E-7788-2644-8E55-E1327533FF72}"/>
              </a:ext>
            </a:extLst>
          </p:cNvPr>
          <p:cNvSpPr txBox="1">
            <a:spLocks/>
          </p:cNvSpPr>
          <p:nvPr/>
        </p:nvSpPr>
        <p:spPr>
          <a:xfrm>
            <a:off x="539553" y="91547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2 – PROPOSTA DE SOLUÇÃO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539553" y="574120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071927F4-C95A-9147-BCF4-090A752876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7635873"/>
              </p:ext>
            </p:extLst>
          </p:nvPr>
        </p:nvGraphicFramePr>
        <p:xfrm>
          <a:off x="0" y="738188"/>
          <a:ext cx="6825858" cy="4410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00406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F4807A3E-7788-2644-8E55-E1327533FF72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7F3AFE6-C3E3-FC4E-AF93-DC9D768C97D2}"/>
              </a:ext>
            </a:extLst>
          </p:cNvPr>
          <p:cNvSpPr txBox="1"/>
          <p:nvPr/>
        </p:nvSpPr>
        <p:spPr>
          <a:xfrm>
            <a:off x="234758" y="884091"/>
            <a:ext cx="6388484" cy="307777"/>
          </a:xfrm>
          <a:prstGeom prst="rect">
            <a:avLst/>
          </a:prstGeom>
          <a:solidFill>
            <a:srgbClr val="F2F2F2"/>
          </a:solidFill>
          <a:ln w="38100"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DEFINIR SERVIÇOS (  LISTA DE MICROSSERVIÇOS 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314049E-2193-8448-5D50-895096A52588}"/>
              </a:ext>
            </a:extLst>
          </p:cNvPr>
          <p:cNvSpPr txBox="1"/>
          <p:nvPr/>
        </p:nvSpPr>
        <p:spPr>
          <a:xfrm>
            <a:off x="4805298" y="427528"/>
            <a:ext cx="20031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https://excalidraw.com/</a:t>
            </a:r>
            <a:r>
              <a:rPr lang="pt-BR" dirty="0"/>
              <a:t> </a:t>
            </a:r>
          </a:p>
        </p:txBody>
      </p:sp>
      <p:pic>
        <p:nvPicPr>
          <p:cNvPr id="8" name="Imagem 7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481B4F22-CA89-1A3B-22A8-97F1E25EA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52566"/>
            <a:ext cx="6858000" cy="184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8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01FB8-1BE0-5ACC-2A68-D0145A94E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124719EC-FE1E-227B-8486-FABBCD96505F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70C177-3D8A-43C0-CD95-ADDC7ABB7EC8}"/>
              </a:ext>
            </a:extLst>
          </p:cNvPr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6519430-8178-5070-4CB8-B7F08446ACC9}"/>
              </a:ext>
            </a:extLst>
          </p:cNvPr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>
              <a:extLst>
                <a:ext uri="{FF2B5EF4-FFF2-40B4-BE49-F238E27FC236}">
                  <a16:creationId xmlns:a16="http://schemas.microsoft.com/office/drawing/2014/main" id="{C1FB2444-4104-0380-1015-66807F2F3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>
              <a:extLst>
                <a:ext uri="{FF2B5EF4-FFF2-40B4-BE49-F238E27FC236}">
                  <a16:creationId xmlns:a16="http://schemas.microsoft.com/office/drawing/2014/main" id="{4DA493CD-63D0-6457-FABD-BBE239104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C1A0659-FC35-5449-C240-03E2A6917201}"/>
              </a:ext>
            </a:extLst>
          </p:cNvPr>
          <p:cNvSpPr txBox="1"/>
          <p:nvPr/>
        </p:nvSpPr>
        <p:spPr>
          <a:xfrm>
            <a:off x="234758" y="884091"/>
            <a:ext cx="6388484" cy="307777"/>
          </a:xfrm>
          <a:prstGeom prst="rect">
            <a:avLst/>
          </a:prstGeom>
          <a:solidFill>
            <a:srgbClr val="F2F2F2"/>
          </a:solidFill>
          <a:ln w="38100"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DEFINIR SERVIÇOS (  LISTA DE MICROSSERVIÇOS 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26C017D-9A49-1AD7-70F9-A745FE0032E5}"/>
              </a:ext>
            </a:extLst>
          </p:cNvPr>
          <p:cNvSpPr txBox="1"/>
          <p:nvPr/>
        </p:nvSpPr>
        <p:spPr>
          <a:xfrm>
            <a:off x="4805298" y="427528"/>
            <a:ext cx="20031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https://excalidraw.com/</a:t>
            </a:r>
            <a:r>
              <a:rPr lang="pt-BR" dirty="0"/>
              <a:t> 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009998A-737F-7EA8-B8BB-7A3B18F55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429415"/>
              </p:ext>
            </p:extLst>
          </p:nvPr>
        </p:nvGraphicFramePr>
        <p:xfrm>
          <a:off x="234758" y="1311255"/>
          <a:ext cx="6388484" cy="3642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88484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372765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API Gateway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3159041">
                <a:tc>
                  <a:txBody>
                    <a:bodyPr/>
                    <a:lstStyle/>
                    <a:p>
                      <a:r>
                        <a:rPr lang="pt-BR" sz="1400" b="1" dirty="0"/>
                        <a:t>Origem das informações:</a:t>
                      </a:r>
                      <a:endParaRPr lang="pt-BR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/>
                        <a:t>Aplicações mobile e web dos clientes, restaurantes e entregadores.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/>
                        <a:t>Sistemas administrativos e de suporte.</a:t>
                      </a:r>
                    </a:p>
                    <a:p>
                      <a:r>
                        <a:rPr lang="pt-BR" sz="1400" b="1" dirty="0"/>
                        <a:t>Função:</a:t>
                      </a:r>
                      <a:br>
                        <a:rPr lang="pt-BR" sz="1400" dirty="0"/>
                      </a:br>
                      <a:r>
                        <a:rPr lang="pt-BR" sz="1400" dirty="0"/>
                        <a:t>Centralizar o acesso à plataforma, garantindo segurança, controle de tráfego e roteamento adequado para os serviços internos.</a:t>
                      </a:r>
                    </a:p>
                    <a:p>
                      <a:r>
                        <a:rPr lang="pt-BR" sz="1400" b="1" dirty="0"/>
                        <a:t>Casos de uso:</a:t>
                      </a:r>
                      <a:endParaRPr lang="pt-BR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/>
                        <a:t>Criação de pedidos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/>
                        <a:t>Consulta de cardápio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/>
                        <a:t>Atualização de status de entrega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/>
                        <a:t>Acesso administrativo</a:t>
                      </a:r>
                    </a:p>
                    <a:p>
                      <a:r>
                        <a:rPr lang="pt-BR" sz="1400" b="1" dirty="0"/>
                        <a:t>Benefícios ao negócio:</a:t>
                      </a:r>
                      <a:endParaRPr lang="pt-BR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/>
                        <a:t>Segurança e controle centralizado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/>
                        <a:t>Redução de riscos de ataques e sobrecarga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/>
                        <a:t>Facilidade de evolução e integração com novos canais digitais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296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414D3-15CE-2EFB-FA6E-99696F22A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B125F97D-0950-CA3D-B9C0-62C5B769E6AC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E643C4-B964-20DE-9A39-1A962424D3C4}"/>
              </a:ext>
            </a:extLst>
          </p:cNvPr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8892C38-9AE6-BD52-C592-6B95F357DCCE}"/>
              </a:ext>
            </a:extLst>
          </p:cNvPr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>
              <a:extLst>
                <a:ext uri="{FF2B5EF4-FFF2-40B4-BE49-F238E27FC236}">
                  <a16:creationId xmlns:a16="http://schemas.microsoft.com/office/drawing/2014/main" id="{E9702454-515C-9641-BC9A-5D46031C4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>
              <a:extLst>
                <a:ext uri="{FF2B5EF4-FFF2-40B4-BE49-F238E27FC236}">
                  <a16:creationId xmlns:a16="http://schemas.microsoft.com/office/drawing/2014/main" id="{CCED889C-F758-9DD9-902A-8F6B7A0B8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701A975-1BA0-EDEA-7412-AA2E6E92CD1A}"/>
              </a:ext>
            </a:extLst>
          </p:cNvPr>
          <p:cNvSpPr txBox="1"/>
          <p:nvPr/>
        </p:nvSpPr>
        <p:spPr>
          <a:xfrm>
            <a:off x="234758" y="884091"/>
            <a:ext cx="6388484" cy="307777"/>
          </a:xfrm>
          <a:prstGeom prst="rect">
            <a:avLst/>
          </a:prstGeom>
          <a:solidFill>
            <a:srgbClr val="F2F2F2"/>
          </a:solidFill>
          <a:ln w="38100"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DEFINIR SERVIÇOS (  LISTA DE MICROSSERVIÇOS 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1D59AE-B010-BCCC-8A9D-F350A538097B}"/>
              </a:ext>
            </a:extLst>
          </p:cNvPr>
          <p:cNvSpPr txBox="1"/>
          <p:nvPr/>
        </p:nvSpPr>
        <p:spPr>
          <a:xfrm>
            <a:off x="4805298" y="427528"/>
            <a:ext cx="20031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https://excalidraw.com/</a:t>
            </a:r>
            <a:r>
              <a:rPr lang="pt-BR" dirty="0"/>
              <a:t> 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72AC5A7-FEF4-F782-9A64-A4401BB3F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393104"/>
              </p:ext>
            </p:extLst>
          </p:nvPr>
        </p:nvGraphicFramePr>
        <p:xfrm>
          <a:off x="234758" y="1311255"/>
          <a:ext cx="6388484" cy="353242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88484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370707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/>
                        <a:t>Auth</a:t>
                      </a:r>
                      <a:r>
                        <a:rPr lang="pt-BR" sz="2000" dirty="0"/>
                        <a:t> Service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3159041">
                <a:tc>
                  <a:txBody>
                    <a:bodyPr/>
                    <a:lstStyle/>
                    <a:p>
                      <a:r>
                        <a:rPr lang="pt-BR" b="1" dirty="0"/>
                        <a:t>Origem das informações: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Dados de cadastro dos usuários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Credenciais, tokens e perfis de acesso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Integrações com autenticação externa (Google, Apple, etc.)</a:t>
                      </a:r>
                    </a:p>
                    <a:p>
                      <a:r>
                        <a:rPr lang="pt-BR" b="1" dirty="0"/>
                        <a:t>Função:</a:t>
                      </a:r>
                      <a:br>
                        <a:rPr lang="pt-BR" dirty="0"/>
                      </a:br>
                      <a:r>
                        <a:rPr lang="pt-BR" dirty="0"/>
                        <a:t>Gerenciar identidade, autenticação e autorização.</a:t>
                      </a:r>
                    </a:p>
                    <a:p>
                      <a:r>
                        <a:rPr lang="pt-BR" b="1" dirty="0"/>
                        <a:t>Casos de uso: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Login e registro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Controle de permissões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Segurança de dados e transações</a:t>
                      </a:r>
                    </a:p>
                    <a:p>
                      <a:r>
                        <a:rPr lang="pt-BR" b="1" dirty="0"/>
                        <a:t>Benefícios ao negócio: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Conformidade e proteção de dados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Redução de fraudes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Experiência de usuário mais segura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8789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DEC69-2715-046F-717C-86C63949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9BAE5987-4F81-430B-2904-A1EB6F3D95E9}"/>
              </a:ext>
            </a:extLst>
          </p:cNvPr>
          <p:cNvSpPr txBox="1">
            <a:spLocks/>
          </p:cNvSpPr>
          <p:nvPr/>
        </p:nvSpPr>
        <p:spPr>
          <a:xfrm>
            <a:off x="539553" y="-310852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A4D902-ADE6-CC8D-7366-8A64D20D7452}"/>
              </a:ext>
            </a:extLst>
          </p:cNvPr>
          <p:cNvCxnSpPr/>
          <p:nvPr/>
        </p:nvCxnSpPr>
        <p:spPr>
          <a:xfrm>
            <a:off x="539553" y="1779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57DD29-531A-D49B-48DD-7969A528B8DF}"/>
              </a:ext>
            </a:extLst>
          </p:cNvPr>
          <p:cNvGrpSpPr/>
          <p:nvPr/>
        </p:nvGrpSpPr>
        <p:grpSpPr>
          <a:xfrm>
            <a:off x="5806890" y="-422439"/>
            <a:ext cx="884670" cy="138982"/>
            <a:chOff x="7919542" y="328894"/>
            <a:chExt cx="957000" cy="150345"/>
          </a:xfrm>
        </p:grpSpPr>
        <p:pic>
          <p:nvPicPr>
            <p:cNvPr id="19" name="Imagem 1">
              <a:extLst>
                <a:ext uri="{FF2B5EF4-FFF2-40B4-BE49-F238E27FC236}">
                  <a16:creationId xmlns:a16="http://schemas.microsoft.com/office/drawing/2014/main" id="{CF1D4B14-9E38-A365-C287-9E069DA14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>
              <a:extLst>
                <a:ext uri="{FF2B5EF4-FFF2-40B4-BE49-F238E27FC236}">
                  <a16:creationId xmlns:a16="http://schemas.microsoft.com/office/drawing/2014/main" id="{CDB91AE5-8AB6-7E0E-4616-325051D16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18113C7-AA2D-215A-69B4-FA6377145B1D}"/>
              </a:ext>
            </a:extLst>
          </p:cNvPr>
          <p:cNvSpPr txBox="1"/>
          <p:nvPr/>
        </p:nvSpPr>
        <p:spPr>
          <a:xfrm>
            <a:off x="234758" y="312591"/>
            <a:ext cx="6388484" cy="307777"/>
          </a:xfrm>
          <a:prstGeom prst="rect">
            <a:avLst/>
          </a:prstGeom>
          <a:solidFill>
            <a:srgbClr val="F2F2F2"/>
          </a:solidFill>
          <a:ln w="38100"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DEFINIR SERVIÇOS (  LISTA DE MICROSSERVIÇOS 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0C4180-E904-004B-9055-39AAF24A7FBD}"/>
              </a:ext>
            </a:extLst>
          </p:cNvPr>
          <p:cNvSpPr txBox="1"/>
          <p:nvPr/>
        </p:nvSpPr>
        <p:spPr>
          <a:xfrm>
            <a:off x="4805298" y="-143972"/>
            <a:ext cx="20031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https://excalidraw.com/</a:t>
            </a:r>
            <a:r>
              <a:rPr lang="pt-BR" dirty="0"/>
              <a:t> 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C801006-0F28-8D96-12F5-2271FD817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184372"/>
              </p:ext>
            </p:extLst>
          </p:nvPr>
        </p:nvGraphicFramePr>
        <p:xfrm>
          <a:off x="234758" y="739755"/>
          <a:ext cx="6388484" cy="4282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88484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340166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/>
                        <a:t>Order</a:t>
                      </a:r>
                      <a:r>
                        <a:rPr lang="pt-BR" sz="2000" dirty="0"/>
                        <a:t> Core Service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3561326">
                <a:tc>
                  <a:txBody>
                    <a:bodyPr/>
                    <a:lstStyle/>
                    <a:p>
                      <a:r>
                        <a:rPr lang="pt-BR" b="1" dirty="0"/>
                        <a:t>Origem das informações: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Dados do cliente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Itens selecionados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Endereço de entrega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Status de pagamento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Atualizações do restaurante e logística</a:t>
                      </a:r>
                    </a:p>
                    <a:p>
                      <a:r>
                        <a:rPr lang="pt-BR" b="1" dirty="0"/>
                        <a:t>Função:</a:t>
                      </a:r>
                      <a:br>
                        <a:rPr lang="pt-BR" dirty="0"/>
                      </a:br>
                      <a:r>
                        <a:rPr lang="pt-BR" dirty="0"/>
                        <a:t>Gerenciar o ciclo completo do pedido.</a:t>
                      </a:r>
                    </a:p>
                    <a:p>
                      <a:r>
                        <a:rPr lang="pt-BR" b="1" dirty="0"/>
                        <a:t>Casos de uso: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Criação e cancelamento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Atualização de status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Histórico e auditoria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Suporte ao cliente</a:t>
                      </a:r>
                    </a:p>
                    <a:p>
                      <a:r>
                        <a:rPr lang="pt-BR" b="1" dirty="0"/>
                        <a:t>Benefícios ao negócio: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Visão centralizada do processo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Redução de erros e retrabalho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Melhor rastreabilidade e suporte</a:t>
                      </a:r>
                    </a:p>
                    <a:p>
                      <a:endParaRPr lang="pt-BR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4940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D5AF5-DC0D-A091-E4C0-C32CB2BD0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59E1E23D-7B3C-4955-02C0-D4DF4633FD69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CE02E38-BD99-B994-6C14-E3E3807F3E25}"/>
              </a:ext>
            </a:extLst>
          </p:cNvPr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46E472-D8BA-74C7-719A-528408736EAC}"/>
              </a:ext>
            </a:extLst>
          </p:cNvPr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>
              <a:extLst>
                <a:ext uri="{FF2B5EF4-FFF2-40B4-BE49-F238E27FC236}">
                  <a16:creationId xmlns:a16="http://schemas.microsoft.com/office/drawing/2014/main" id="{690FA3EE-F0D5-823F-2919-814355D2B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>
              <a:extLst>
                <a:ext uri="{FF2B5EF4-FFF2-40B4-BE49-F238E27FC236}">
                  <a16:creationId xmlns:a16="http://schemas.microsoft.com/office/drawing/2014/main" id="{A5569421-C443-5FDC-6388-24157DD1C2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7E7244E-1455-D8CE-84DB-58F13CAA3360}"/>
              </a:ext>
            </a:extLst>
          </p:cNvPr>
          <p:cNvSpPr txBox="1"/>
          <p:nvPr/>
        </p:nvSpPr>
        <p:spPr>
          <a:xfrm>
            <a:off x="234758" y="884091"/>
            <a:ext cx="6388484" cy="307777"/>
          </a:xfrm>
          <a:prstGeom prst="rect">
            <a:avLst/>
          </a:prstGeom>
          <a:solidFill>
            <a:srgbClr val="F2F2F2"/>
          </a:solidFill>
          <a:ln w="38100"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DEFINIR SERVIÇOS (  LISTA DE MICROSSERVIÇOS 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E5E8868-51F7-9F10-EFB2-E25EF36AE22C}"/>
              </a:ext>
            </a:extLst>
          </p:cNvPr>
          <p:cNvSpPr txBox="1"/>
          <p:nvPr/>
        </p:nvSpPr>
        <p:spPr>
          <a:xfrm>
            <a:off x="4805298" y="427528"/>
            <a:ext cx="20031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https://excalidraw.com/</a:t>
            </a:r>
            <a:r>
              <a:rPr lang="pt-BR" dirty="0"/>
              <a:t> 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A8E1977-99D3-9A6A-6A1F-65ABD27E9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385073"/>
              </p:ext>
            </p:extLst>
          </p:nvPr>
        </p:nvGraphicFramePr>
        <p:xfrm>
          <a:off x="234758" y="1311255"/>
          <a:ext cx="6388484" cy="3934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88484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340166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/>
                        <a:t>Catalog</a:t>
                      </a:r>
                      <a:r>
                        <a:rPr lang="pt-BR" sz="2000" dirty="0"/>
                        <a:t> &amp; </a:t>
                      </a:r>
                      <a:r>
                        <a:rPr lang="pt-BR" sz="2000" dirty="0" err="1"/>
                        <a:t>Pricing</a:t>
                      </a:r>
                      <a:r>
                        <a:rPr lang="pt-BR" sz="2000" dirty="0"/>
                        <a:t> Service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3561326">
                <a:tc>
                  <a:txBody>
                    <a:bodyPr/>
                    <a:lstStyle/>
                    <a:p>
                      <a:r>
                        <a:rPr lang="pt-BR" b="1" dirty="0"/>
                        <a:t>Origem das informações: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Cardápios e preços dos restaurantes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Localização e regiões de entrega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Promoções e regras comerciais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Dados de demanda e sazonalidade</a:t>
                      </a:r>
                    </a:p>
                    <a:p>
                      <a:r>
                        <a:rPr lang="pt-BR" b="1" dirty="0"/>
                        <a:t>Função:</a:t>
                      </a:r>
                      <a:br>
                        <a:rPr lang="pt-BR" dirty="0"/>
                      </a:br>
                      <a:r>
                        <a:rPr lang="pt-BR" dirty="0"/>
                        <a:t>Gerenciar cardápios, preços e estimativas de entrega.</a:t>
                      </a:r>
                    </a:p>
                    <a:p>
                      <a:r>
                        <a:rPr lang="pt-BR" b="1" dirty="0"/>
                        <a:t>Casos de uso: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Busca de produtos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Cálculo de taxas e descontos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Estimativa de tempo de entrega</a:t>
                      </a:r>
                    </a:p>
                    <a:p>
                      <a:r>
                        <a:rPr lang="pt-BR" b="1" dirty="0"/>
                        <a:t>Benefícios ao negócio: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Aumento da conversão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Estratégias dinâmicas de preço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Competitividade e personalização</a:t>
                      </a:r>
                    </a:p>
                    <a:p>
                      <a:endParaRPr lang="pt-BR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5025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1F406-3210-DC02-3E36-090CFAAD7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FFBFE8F4-106B-14DE-945E-D2A1623D4B68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AAA9809-9FB5-8E21-BEAB-D7908CB6E394}"/>
              </a:ext>
            </a:extLst>
          </p:cNvPr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DBE646A-1407-70D3-B4BC-8640536318C0}"/>
              </a:ext>
            </a:extLst>
          </p:cNvPr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>
              <a:extLst>
                <a:ext uri="{FF2B5EF4-FFF2-40B4-BE49-F238E27FC236}">
                  <a16:creationId xmlns:a16="http://schemas.microsoft.com/office/drawing/2014/main" id="{E8C92E79-A7B1-E0D7-409E-C2D6A70EF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>
              <a:extLst>
                <a:ext uri="{FF2B5EF4-FFF2-40B4-BE49-F238E27FC236}">
                  <a16:creationId xmlns:a16="http://schemas.microsoft.com/office/drawing/2014/main" id="{F4B5C371-BCE1-3CAF-6CD8-9FD084C5D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65D0452-24AC-85A5-686E-75BD1FB8F3FB}"/>
              </a:ext>
            </a:extLst>
          </p:cNvPr>
          <p:cNvSpPr txBox="1"/>
          <p:nvPr/>
        </p:nvSpPr>
        <p:spPr>
          <a:xfrm>
            <a:off x="234758" y="884091"/>
            <a:ext cx="6388484" cy="307777"/>
          </a:xfrm>
          <a:prstGeom prst="rect">
            <a:avLst/>
          </a:prstGeom>
          <a:solidFill>
            <a:srgbClr val="F2F2F2"/>
          </a:solidFill>
          <a:ln w="38100"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DEFINIR SERVIÇOS (  LISTA DE MICROSSERVIÇOS 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55BEEB5-C449-B8F0-C43E-160BCCE0387F}"/>
              </a:ext>
            </a:extLst>
          </p:cNvPr>
          <p:cNvSpPr txBox="1"/>
          <p:nvPr/>
        </p:nvSpPr>
        <p:spPr>
          <a:xfrm>
            <a:off x="4805298" y="427528"/>
            <a:ext cx="20031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https://excalidraw.com/</a:t>
            </a:r>
            <a:r>
              <a:rPr lang="pt-BR" dirty="0"/>
              <a:t> 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165B4B46-12F1-DC2A-2B9A-D13ABFAC5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570051"/>
              </p:ext>
            </p:extLst>
          </p:nvPr>
        </p:nvGraphicFramePr>
        <p:xfrm>
          <a:off x="234758" y="1311255"/>
          <a:ext cx="6388484" cy="3934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88484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340166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/>
                        <a:t>Payment</a:t>
                      </a:r>
                      <a:r>
                        <a:rPr lang="pt-BR" sz="2000" dirty="0"/>
                        <a:t> Service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3561326">
                <a:tc>
                  <a:txBody>
                    <a:bodyPr/>
                    <a:lstStyle/>
                    <a:p>
                      <a:r>
                        <a:rPr lang="pt-BR" b="1" dirty="0"/>
                        <a:t>Origem das informações: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Dados de pagamento do cliente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Gateways financeiros e bancos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Transações e estornos</a:t>
                      </a:r>
                    </a:p>
                    <a:p>
                      <a:r>
                        <a:rPr lang="pt-BR" b="1" dirty="0"/>
                        <a:t>Função:</a:t>
                      </a:r>
                      <a:br>
                        <a:rPr lang="pt-BR" dirty="0"/>
                      </a:br>
                      <a:r>
                        <a:rPr lang="pt-BR" dirty="0"/>
                        <a:t>Processar pagamentos com segurança e confiabilidade.</a:t>
                      </a:r>
                    </a:p>
                    <a:p>
                      <a:r>
                        <a:rPr lang="pt-BR" b="1" dirty="0"/>
                        <a:t>Casos de uso: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Autorização e captura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Reembolsos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Conciliação financeira</a:t>
                      </a:r>
                    </a:p>
                    <a:p>
                      <a:r>
                        <a:rPr lang="pt-BR" b="1" dirty="0"/>
                        <a:t>Benefícios ao negócio: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Redução de perdas financeiras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Confiabilidade e confiança do cliente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Facilidade de expansão para novos meios de pagamento</a:t>
                      </a:r>
                    </a:p>
                    <a:p>
                      <a:endParaRPr lang="pt-BR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437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B020A-7D18-A2D1-5921-1ACFE2D5A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E6ADF3B6-BCCD-CCBA-D7B9-30718973E1B6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7459EE-36D7-2251-FC0F-06BBAD1E5CF3}"/>
              </a:ext>
            </a:extLst>
          </p:cNvPr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4CE8AAA-EC9B-2A1E-2183-0D6EB0C68404}"/>
              </a:ext>
            </a:extLst>
          </p:cNvPr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>
              <a:extLst>
                <a:ext uri="{FF2B5EF4-FFF2-40B4-BE49-F238E27FC236}">
                  <a16:creationId xmlns:a16="http://schemas.microsoft.com/office/drawing/2014/main" id="{B46608B3-D3AA-6ABB-55C2-6B845C299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>
              <a:extLst>
                <a:ext uri="{FF2B5EF4-FFF2-40B4-BE49-F238E27FC236}">
                  <a16:creationId xmlns:a16="http://schemas.microsoft.com/office/drawing/2014/main" id="{43AAAD2E-60C4-B431-01D7-6A52A0365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C1F4BA7-7E08-AF62-1FAC-079DCEE42B01}"/>
              </a:ext>
            </a:extLst>
          </p:cNvPr>
          <p:cNvSpPr txBox="1"/>
          <p:nvPr/>
        </p:nvSpPr>
        <p:spPr>
          <a:xfrm>
            <a:off x="234758" y="884091"/>
            <a:ext cx="6388484" cy="307777"/>
          </a:xfrm>
          <a:prstGeom prst="rect">
            <a:avLst/>
          </a:prstGeom>
          <a:solidFill>
            <a:srgbClr val="F2F2F2"/>
          </a:solidFill>
          <a:ln w="38100"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DEFINIR SERVIÇOS (  LISTA DE MICROSSERVIÇOS 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2A420B-8E70-27B5-9768-B3FC126ADAFC}"/>
              </a:ext>
            </a:extLst>
          </p:cNvPr>
          <p:cNvSpPr txBox="1"/>
          <p:nvPr/>
        </p:nvSpPr>
        <p:spPr>
          <a:xfrm>
            <a:off x="4805298" y="427528"/>
            <a:ext cx="20031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https://excalidraw.com/</a:t>
            </a:r>
            <a:r>
              <a:rPr lang="pt-BR" dirty="0"/>
              <a:t> 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2F51E12-A6AD-EF10-1FDA-9635705FE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779238"/>
              </p:ext>
            </p:extLst>
          </p:nvPr>
        </p:nvGraphicFramePr>
        <p:xfrm>
          <a:off x="234758" y="1311255"/>
          <a:ext cx="6388484" cy="3934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88484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340166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/>
                        <a:t>Logistics</a:t>
                      </a:r>
                      <a:r>
                        <a:rPr lang="pt-BR" sz="2000" dirty="0"/>
                        <a:t> Service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3561326">
                <a:tc>
                  <a:txBody>
                    <a:bodyPr/>
                    <a:lstStyle/>
                    <a:p>
                      <a:r>
                        <a:rPr lang="pt-BR" b="1" dirty="0"/>
                        <a:t>Origem das informações: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Localização dos entregadores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Status de disponibilidade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Dados de geolocalização e rotas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Capacidade operacional dos restaurantes</a:t>
                      </a:r>
                    </a:p>
                    <a:p>
                      <a:r>
                        <a:rPr lang="pt-BR" b="1" dirty="0"/>
                        <a:t>Função:</a:t>
                      </a:r>
                      <a:br>
                        <a:rPr lang="pt-BR" dirty="0"/>
                      </a:br>
                      <a:r>
                        <a:rPr lang="pt-BR" dirty="0"/>
                        <a:t>Alocar entregadores e otimizar rotas.</a:t>
                      </a:r>
                    </a:p>
                    <a:p>
                      <a:r>
                        <a:rPr lang="pt-BR" b="1" dirty="0"/>
                        <a:t>Casos de uso: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 err="1"/>
                        <a:t>Matching</a:t>
                      </a:r>
                      <a:r>
                        <a:rPr lang="pt-BR" dirty="0"/>
                        <a:t> entre pedido e entregador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Reatribuição em caso de falha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Monitoramento da entrega</a:t>
                      </a:r>
                    </a:p>
                    <a:p>
                      <a:r>
                        <a:rPr lang="pt-BR" b="1" dirty="0"/>
                        <a:t>Benefícios ao negócio: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Redução de tempo de entrega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Eficiência operacional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Melhor experiência do cliente</a:t>
                      </a:r>
                    </a:p>
                    <a:p>
                      <a:endParaRPr lang="pt-BR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257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DE93D-25E3-4D2F-A529-5B87B9463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6F82FEF4-3B04-3EC5-BF6C-472E50FBE2F5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A1FDD81-7A81-49E1-7092-CFE007EFE5F1}"/>
              </a:ext>
            </a:extLst>
          </p:cNvPr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299C83B-05BF-EDD7-2086-C0F62738BBEC}"/>
              </a:ext>
            </a:extLst>
          </p:cNvPr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>
              <a:extLst>
                <a:ext uri="{FF2B5EF4-FFF2-40B4-BE49-F238E27FC236}">
                  <a16:creationId xmlns:a16="http://schemas.microsoft.com/office/drawing/2014/main" id="{3C59A832-56BA-A85B-1B63-71FF6B518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>
              <a:extLst>
                <a:ext uri="{FF2B5EF4-FFF2-40B4-BE49-F238E27FC236}">
                  <a16:creationId xmlns:a16="http://schemas.microsoft.com/office/drawing/2014/main" id="{F6B56317-836A-6896-510C-AFE571243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D354229-A1F8-3977-23FE-5C1C82240D1F}"/>
              </a:ext>
            </a:extLst>
          </p:cNvPr>
          <p:cNvSpPr txBox="1"/>
          <p:nvPr/>
        </p:nvSpPr>
        <p:spPr>
          <a:xfrm>
            <a:off x="234758" y="884091"/>
            <a:ext cx="6388484" cy="307777"/>
          </a:xfrm>
          <a:prstGeom prst="rect">
            <a:avLst/>
          </a:prstGeom>
          <a:solidFill>
            <a:srgbClr val="F2F2F2"/>
          </a:solidFill>
          <a:ln w="38100"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DEFINIR SERVIÇOS (  LISTA DE MICROSSERVIÇOS 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1654A8-1051-E2D4-D809-9F07923EBB21}"/>
              </a:ext>
            </a:extLst>
          </p:cNvPr>
          <p:cNvSpPr txBox="1"/>
          <p:nvPr/>
        </p:nvSpPr>
        <p:spPr>
          <a:xfrm>
            <a:off x="4805298" y="427528"/>
            <a:ext cx="20031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https://excalidraw.com/</a:t>
            </a:r>
            <a:r>
              <a:rPr lang="pt-BR" dirty="0"/>
              <a:t> 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070A6E95-DAE7-1BA1-F824-016EDE755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277217"/>
              </p:ext>
            </p:extLst>
          </p:nvPr>
        </p:nvGraphicFramePr>
        <p:xfrm>
          <a:off x="234758" y="1311255"/>
          <a:ext cx="6388484" cy="3934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88484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340166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/>
                        <a:t>Notification</a:t>
                      </a:r>
                      <a:r>
                        <a:rPr lang="pt-BR" sz="2000" dirty="0"/>
                        <a:t> Service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3561326">
                <a:tc>
                  <a:txBody>
                    <a:bodyPr/>
                    <a:lstStyle/>
                    <a:p>
                      <a:r>
                        <a:rPr lang="pt-BR" b="1" dirty="0"/>
                        <a:t>Origem das informações: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Eventos de mudança de status do pedido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Preferências de comunicação dos usuários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Integrações com provedores de mensagens</a:t>
                      </a:r>
                    </a:p>
                    <a:p>
                      <a:r>
                        <a:rPr lang="pt-BR" b="1" dirty="0"/>
                        <a:t>Função:</a:t>
                      </a:r>
                      <a:br>
                        <a:rPr lang="pt-BR" dirty="0"/>
                      </a:br>
                      <a:r>
                        <a:rPr lang="pt-BR" dirty="0"/>
                        <a:t>Comunicar clientes, restaurantes e entregadores.</a:t>
                      </a:r>
                    </a:p>
                    <a:p>
                      <a:r>
                        <a:rPr lang="pt-BR" b="1" dirty="0"/>
                        <a:t>Casos de uso: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Confirmação de pedido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Atualizações de entrega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Alertas e promoções</a:t>
                      </a:r>
                    </a:p>
                    <a:p>
                      <a:r>
                        <a:rPr lang="pt-BR" b="1" dirty="0"/>
                        <a:t>Benefícios ao negócio:</a:t>
                      </a:r>
                      <a:endParaRPr lang="pt-B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Engajamento e retenção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Redução de dúvidas e suporte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Melhoria da experiência do usuário</a:t>
                      </a:r>
                    </a:p>
                    <a:p>
                      <a:endParaRPr lang="pt-BR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5482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F4807A3E-7788-2644-8E55-E1327533FF72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7F3AFE6-C3E3-FC4E-AF93-DC9D768C97D2}"/>
              </a:ext>
            </a:extLst>
          </p:cNvPr>
          <p:cNvSpPr txBox="1"/>
          <p:nvPr/>
        </p:nvSpPr>
        <p:spPr>
          <a:xfrm>
            <a:off x="234758" y="884091"/>
            <a:ext cx="6388484" cy="307777"/>
          </a:xfrm>
          <a:prstGeom prst="rect">
            <a:avLst/>
          </a:prstGeom>
          <a:solidFill>
            <a:srgbClr val="F2F2F2"/>
          </a:solidFill>
          <a:ln w="38100"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INSERIR ESTRUTURA DAS BASES DE DADOS DE CADA MICROSSERVIÇO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2F7171B2-EC4D-414A-8926-6019EDC12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759604"/>
              </p:ext>
            </p:extLst>
          </p:nvPr>
        </p:nvGraphicFramePr>
        <p:xfrm>
          <a:off x="234758" y="1311257"/>
          <a:ext cx="6451017" cy="2377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51017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2332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/>
                        <a:t>Auth</a:t>
                      </a:r>
                      <a:r>
                        <a:rPr lang="pt-BR" sz="2000" dirty="0"/>
                        <a:t> Service — Base de Identidade e Acesso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1945493">
                <a:tc>
                  <a:txBody>
                    <a:bodyPr/>
                    <a:lstStyle/>
                    <a:p>
                      <a:r>
                        <a:rPr lang="pt-BR" sz="1600" dirty="0"/>
                        <a:t>Essa base armazena os dados de autenticação e perfis dos usuários da plataforma, incluindo clientes, restaurantes, entregadores e administradores.</a:t>
                      </a:r>
                      <a:br>
                        <a:rPr lang="pt-BR" sz="1600" dirty="0"/>
                      </a:br>
                      <a:r>
                        <a:rPr lang="pt-BR" sz="1600" dirty="0"/>
                        <a:t>Seu principal objetivo é garantir segurança, controle de acesso e proteção de dados sensíveis.</a:t>
                      </a:r>
                    </a:p>
                    <a:p>
                      <a:r>
                        <a:rPr lang="pt-BR" sz="1600" dirty="0"/>
                        <a:t>A separação dessa base permite aplicar políticas específicas de segurança e conformidade, além de facilitar integrações com autenticação externa.</a:t>
                      </a:r>
                    </a:p>
                    <a:p>
                      <a:endParaRPr lang="pt-BR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25720994-DFCE-2046-B571-678C4449D59C}"/>
              </a:ext>
            </a:extLst>
          </p:cNvPr>
          <p:cNvSpPr/>
          <p:nvPr/>
        </p:nvSpPr>
        <p:spPr>
          <a:xfrm>
            <a:off x="4903684" y="452682"/>
            <a:ext cx="18221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4"/>
              </a:rPr>
              <a:t>https://dbdiagram.io/</a:t>
            </a:r>
            <a:r>
              <a:rPr lang="pt-BR" dirty="0"/>
              <a:t> </a:t>
            </a:r>
          </a:p>
        </p:txBody>
      </p:sp>
      <p:pic>
        <p:nvPicPr>
          <p:cNvPr id="5" name="Imagem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2E3E9C3-C276-752B-9A98-844A137630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2576" y="3718025"/>
            <a:ext cx="1584124" cy="143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57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C247D-613E-D76B-816C-350A3F518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D1BA7901-41FA-6A4C-5FF3-6044260BE3B7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266CC0-C0D0-0EB6-99A7-862ACDC78DC5}"/>
              </a:ext>
            </a:extLst>
          </p:cNvPr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7C3311-6264-22DE-0BBE-5FF398A6E9C8}"/>
              </a:ext>
            </a:extLst>
          </p:cNvPr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>
              <a:extLst>
                <a:ext uri="{FF2B5EF4-FFF2-40B4-BE49-F238E27FC236}">
                  <a16:creationId xmlns:a16="http://schemas.microsoft.com/office/drawing/2014/main" id="{CD82E3B6-ED08-3294-2120-EF14D093A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>
              <a:extLst>
                <a:ext uri="{FF2B5EF4-FFF2-40B4-BE49-F238E27FC236}">
                  <a16:creationId xmlns:a16="http://schemas.microsoft.com/office/drawing/2014/main" id="{06A95C6A-DEAD-5FE8-477A-7D9E506A9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660D0CC3-07E4-4509-92D2-B82F77537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051506"/>
              </p:ext>
            </p:extLst>
          </p:nvPr>
        </p:nvGraphicFramePr>
        <p:xfrm>
          <a:off x="274832" y="806452"/>
          <a:ext cx="6451017" cy="2133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51017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31956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/>
                        <a:t>Order</a:t>
                      </a:r>
                      <a:r>
                        <a:rPr lang="pt-BR" sz="2000" dirty="0"/>
                        <a:t> Core Service — Base de Pedidos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1506497">
                <a:tc>
                  <a:txBody>
                    <a:bodyPr/>
                    <a:lstStyle/>
                    <a:p>
                      <a:r>
                        <a:rPr lang="pt-BR" sz="1600" dirty="0"/>
                        <a:t>Essa base representa o núcleo da plataforma, armazenando os pedidos, itens, status e histórico do ciclo de vida das entregas.</a:t>
                      </a:r>
                      <a:br>
                        <a:rPr lang="pt-BR" sz="1600" dirty="0"/>
                      </a:br>
                      <a:r>
                        <a:rPr lang="pt-BR" sz="1600" dirty="0"/>
                        <a:t>Centraliza todas as informações necessárias para rastrear o pedido desde a criação até a entrega ou cancelamento.</a:t>
                      </a:r>
                    </a:p>
                    <a:p>
                      <a:r>
                        <a:rPr lang="pt-BR" sz="1600" dirty="0"/>
                        <a:t>Isso garante consistência do processo e rastreabilidade completa para auditoria e suporte.</a:t>
                      </a:r>
                    </a:p>
                    <a:p>
                      <a:endParaRPr lang="pt-BR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E63CF50A-F106-C7FC-F268-03CCA6AAD934}"/>
              </a:ext>
            </a:extLst>
          </p:cNvPr>
          <p:cNvSpPr/>
          <p:nvPr/>
        </p:nvSpPr>
        <p:spPr>
          <a:xfrm>
            <a:off x="4903684" y="452682"/>
            <a:ext cx="18221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4"/>
              </a:rPr>
              <a:t>https://dbdiagram.io/</a:t>
            </a:r>
            <a:r>
              <a:rPr lang="pt-BR" dirty="0"/>
              <a:t> </a:t>
            </a:r>
          </a:p>
        </p:txBody>
      </p:sp>
      <p:pic>
        <p:nvPicPr>
          <p:cNvPr id="7" name="Imagem 6" descr="Interface gráfica do usuário, Aplicativo, Email&#10;&#10;O conteúdo gerado por IA pode estar incorreto.">
            <a:extLst>
              <a:ext uri="{FF2B5EF4-FFF2-40B4-BE49-F238E27FC236}">
                <a16:creationId xmlns:a16="http://schemas.microsoft.com/office/drawing/2014/main" id="{CECF141F-C6C3-4805-E2EB-D229EF620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4766" y="2400301"/>
            <a:ext cx="3682714" cy="266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185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2388E-EE70-C110-9116-F4DB2DA20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C803C535-55E5-71F6-B0AD-985CFF72F4B1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12B1E3-7F6C-AE79-590B-B86B64ED54D0}"/>
              </a:ext>
            </a:extLst>
          </p:cNvPr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8677DD3-DD97-C502-539D-A495300D7F17}"/>
              </a:ext>
            </a:extLst>
          </p:cNvPr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>
              <a:extLst>
                <a:ext uri="{FF2B5EF4-FFF2-40B4-BE49-F238E27FC236}">
                  <a16:creationId xmlns:a16="http://schemas.microsoft.com/office/drawing/2014/main" id="{6C2F066C-37C6-17AC-C5D5-A9F41D247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>
              <a:extLst>
                <a:ext uri="{FF2B5EF4-FFF2-40B4-BE49-F238E27FC236}">
                  <a16:creationId xmlns:a16="http://schemas.microsoft.com/office/drawing/2014/main" id="{BD0B6F74-B079-6EE9-2777-F6C8F5E94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AF15A3F-B9F5-4F84-A7C1-FD66ED2E73CC}"/>
              </a:ext>
            </a:extLst>
          </p:cNvPr>
          <p:cNvSpPr txBox="1"/>
          <p:nvPr/>
        </p:nvSpPr>
        <p:spPr>
          <a:xfrm>
            <a:off x="234758" y="884091"/>
            <a:ext cx="6388484" cy="307777"/>
          </a:xfrm>
          <a:prstGeom prst="rect">
            <a:avLst/>
          </a:prstGeom>
          <a:solidFill>
            <a:srgbClr val="F2F2F2"/>
          </a:solidFill>
          <a:ln w="38100"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INSERIR ESTRUTURA DAS BASES DE DADOS DE CADA MICROSSERVIÇO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39A09177-A2FF-6866-CF44-1A6A751C0C5D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311257"/>
          <a:ext cx="6573449" cy="19519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573449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30295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/>
                        <a:t>Catalog</a:t>
                      </a:r>
                      <a:r>
                        <a:rPr lang="pt-BR" sz="2000" dirty="0"/>
                        <a:t> &amp; </a:t>
                      </a:r>
                      <a:r>
                        <a:rPr lang="pt-BR" sz="2000" dirty="0" err="1"/>
                        <a:t>Pricing</a:t>
                      </a:r>
                      <a:r>
                        <a:rPr lang="pt-BR" sz="2000" dirty="0"/>
                        <a:t> Service — Base de Restaurantes e Produtos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1578564">
                <a:tc>
                  <a:txBody>
                    <a:bodyPr/>
                    <a:lstStyle/>
                    <a:p>
                      <a:r>
                        <a:rPr lang="pt-BR" sz="1600" dirty="0"/>
                        <a:t>Essa base armazena os dados dos restaurantes, cardápios, disponibilidade e preços.</a:t>
                      </a:r>
                      <a:br>
                        <a:rPr lang="pt-BR" sz="1600" dirty="0"/>
                      </a:br>
                      <a:r>
                        <a:rPr lang="pt-BR" sz="1600" dirty="0"/>
                        <a:t>Também suporta regras de precificação, promoções e estimativas de entrega.</a:t>
                      </a:r>
                    </a:p>
                    <a:p>
                      <a:r>
                        <a:rPr lang="pt-BR" sz="1600" dirty="0"/>
                        <a:t>A independência dessa base permite atualizações rápidas e personalização de ofertas conforme demanda e localização.</a:t>
                      </a:r>
                    </a:p>
                    <a:p>
                      <a:endParaRPr lang="pt-BR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9B509CC6-1210-2258-E041-9F2F0DC59C03}"/>
              </a:ext>
            </a:extLst>
          </p:cNvPr>
          <p:cNvSpPr/>
          <p:nvPr/>
        </p:nvSpPr>
        <p:spPr>
          <a:xfrm>
            <a:off x="4903684" y="452682"/>
            <a:ext cx="18221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4"/>
              </a:rPr>
              <a:t>https://dbdiagram.io/</a:t>
            </a:r>
            <a:r>
              <a:rPr lang="pt-BR" dirty="0"/>
              <a:t> </a:t>
            </a:r>
          </a:p>
        </p:txBody>
      </p:sp>
      <p:pic>
        <p:nvPicPr>
          <p:cNvPr id="4" name="Imagem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3E7194DB-F902-B783-D85F-9263A9D04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" y="3000660"/>
            <a:ext cx="5684520" cy="214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541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64F53-FEC4-D75D-6606-95D2E03F3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CF26A946-DC17-6276-46E8-9E88DDB3EA4F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E1BECF-1D4F-26AF-46FC-030BED59F5BE}"/>
              </a:ext>
            </a:extLst>
          </p:cNvPr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23B2B9-17C3-273B-223A-E8318B302B6F}"/>
              </a:ext>
            </a:extLst>
          </p:cNvPr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>
              <a:extLst>
                <a:ext uri="{FF2B5EF4-FFF2-40B4-BE49-F238E27FC236}">
                  <a16:creationId xmlns:a16="http://schemas.microsoft.com/office/drawing/2014/main" id="{8ABFA80F-5836-9931-7985-76A88EC95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>
              <a:extLst>
                <a:ext uri="{FF2B5EF4-FFF2-40B4-BE49-F238E27FC236}">
                  <a16:creationId xmlns:a16="http://schemas.microsoft.com/office/drawing/2014/main" id="{EAEA7058-33D2-A857-CC99-139C60A8A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D685419F-577E-3A82-B18E-6F7FED58F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951554"/>
              </p:ext>
            </p:extLst>
          </p:nvPr>
        </p:nvGraphicFramePr>
        <p:xfrm>
          <a:off x="142275" y="807201"/>
          <a:ext cx="6573449" cy="1645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573449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326568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/>
                        <a:t>Payment</a:t>
                      </a:r>
                      <a:r>
                        <a:rPr lang="pt-BR" sz="2000" dirty="0"/>
                        <a:t> Service — Base Financeira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1112995">
                <a:tc>
                  <a:txBody>
                    <a:bodyPr/>
                    <a:lstStyle/>
                    <a:p>
                      <a:r>
                        <a:rPr lang="pt-BR" sz="1600" dirty="0"/>
                        <a:t>Essa base registra transações financeiras, status de pagamento, métodos utilizados e histórico de cobranças e estornos.</a:t>
                      </a:r>
                    </a:p>
                    <a:p>
                      <a:r>
                        <a:rPr lang="pt-BR" sz="1600" dirty="0"/>
                        <a:t>Seu isolamento é essencial para garantir segurança, confiabilidade e auditoria, além de facilitar integrações com diferentes provedores de pagamento.</a:t>
                      </a:r>
                    </a:p>
                    <a:p>
                      <a:endParaRPr lang="pt-BR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FA0E8B05-B3BF-4696-C931-F62448765FE4}"/>
              </a:ext>
            </a:extLst>
          </p:cNvPr>
          <p:cNvSpPr/>
          <p:nvPr/>
        </p:nvSpPr>
        <p:spPr>
          <a:xfrm>
            <a:off x="4903684" y="452682"/>
            <a:ext cx="18221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4"/>
              </a:rPr>
              <a:t>https://dbdiagram.io/</a:t>
            </a:r>
            <a:r>
              <a:rPr lang="pt-BR" dirty="0"/>
              <a:t> </a:t>
            </a:r>
          </a:p>
        </p:txBody>
      </p:sp>
      <p:pic>
        <p:nvPicPr>
          <p:cNvPr id="7" name="Imagem 6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5C976452-E8F3-4F92-CF91-B06DB0960C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070" y="2453121"/>
            <a:ext cx="2578358" cy="264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04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2D57A-3D5B-0A4F-F36A-9846BCB60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D1E3D490-0369-2E81-2E35-827F42DB7C3A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52F280-5721-739A-8124-52F4B30390EF}"/>
              </a:ext>
            </a:extLst>
          </p:cNvPr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50487C-252E-AE1F-3F9F-6EE74AF2CBD7}"/>
              </a:ext>
            </a:extLst>
          </p:cNvPr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>
              <a:extLst>
                <a:ext uri="{FF2B5EF4-FFF2-40B4-BE49-F238E27FC236}">
                  <a16:creationId xmlns:a16="http://schemas.microsoft.com/office/drawing/2014/main" id="{1E6BA5FA-A1DD-205C-8D7F-B310C23E5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>
              <a:extLst>
                <a:ext uri="{FF2B5EF4-FFF2-40B4-BE49-F238E27FC236}">
                  <a16:creationId xmlns:a16="http://schemas.microsoft.com/office/drawing/2014/main" id="{0D43D516-92EC-92F5-6779-10E289E18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F05E0C01-7CC1-7F3B-2864-2D69D2EFA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347923"/>
              </p:ext>
            </p:extLst>
          </p:nvPr>
        </p:nvGraphicFramePr>
        <p:xfrm>
          <a:off x="152400" y="884678"/>
          <a:ext cx="6573449" cy="1645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573449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26662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/>
                        <a:t>Logistics</a:t>
                      </a:r>
                      <a:r>
                        <a:rPr lang="pt-BR" sz="2000" dirty="0"/>
                        <a:t> Service — Base de Entregas e Entregadores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1127220">
                <a:tc>
                  <a:txBody>
                    <a:bodyPr/>
                    <a:lstStyle/>
                    <a:p>
                      <a:r>
                        <a:rPr lang="pt-BR" sz="1600" dirty="0"/>
                        <a:t>Essa base gerencia os entregadores, sua disponibilidade, e o processo de alocação e execução das entregas.</a:t>
                      </a:r>
                      <a:br>
                        <a:rPr lang="pt-BR" sz="1600" dirty="0"/>
                      </a:br>
                      <a:r>
                        <a:rPr lang="pt-BR" sz="1600" dirty="0"/>
                        <a:t>Também registra o histórico de entregas para otimização logística.</a:t>
                      </a:r>
                    </a:p>
                    <a:p>
                      <a:r>
                        <a:rPr lang="pt-BR" sz="1600" dirty="0"/>
                        <a:t>Permite análise de desempenho e melhoria contínua da operação.</a:t>
                      </a:r>
                    </a:p>
                    <a:p>
                      <a:endParaRPr lang="pt-BR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05F912DF-B2DE-D203-D315-29E3CB65EFF3}"/>
              </a:ext>
            </a:extLst>
          </p:cNvPr>
          <p:cNvSpPr/>
          <p:nvPr/>
        </p:nvSpPr>
        <p:spPr>
          <a:xfrm>
            <a:off x="4903684" y="452682"/>
            <a:ext cx="18221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4"/>
              </a:rPr>
              <a:t>https://dbdiagram.io/</a:t>
            </a:r>
            <a:r>
              <a:rPr lang="pt-BR" dirty="0"/>
              <a:t> </a:t>
            </a:r>
          </a:p>
        </p:txBody>
      </p:sp>
      <p:pic>
        <p:nvPicPr>
          <p:cNvPr id="5" name="Imagem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356ECD49-E24A-1314-D325-AAE4EF2B0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77440"/>
            <a:ext cx="5074440" cy="270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00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1D92B-7CDC-CF49-EC7E-6EDD2D42D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0EBA9BF7-B06C-50AD-6EE5-05788411188E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9A1343-E54A-3DA0-B258-94B5E6365F16}"/>
              </a:ext>
            </a:extLst>
          </p:cNvPr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4ADC4F2-A946-ADB3-76F0-8F09679074A2}"/>
              </a:ext>
            </a:extLst>
          </p:cNvPr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>
              <a:extLst>
                <a:ext uri="{FF2B5EF4-FFF2-40B4-BE49-F238E27FC236}">
                  <a16:creationId xmlns:a16="http://schemas.microsoft.com/office/drawing/2014/main" id="{A08BAAED-126A-A623-829C-6493FE1B19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>
              <a:extLst>
                <a:ext uri="{FF2B5EF4-FFF2-40B4-BE49-F238E27FC236}">
                  <a16:creationId xmlns:a16="http://schemas.microsoft.com/office/drawing/2014/main" id="{FA3D4540-EF59-07A8-ABA8-0C213CC64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6ADAB7B9-885D-32C6-63D9-AA61A7651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923579"/>
              </p:ext>
            </p:extLst>
          </p:nvPr>
        </p:nvGraphicFramePr>
        <p:xfrm>
          <a:off x="152400" y="772224"/>
          <a:ext cx="6573449" cy="1645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573449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282849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err="1"/>
                        <a:t>Notification</a:t>
                      </a:r>
                      <a:r>
                        <a:rPr lang="pt-BR" sz="2000" b="1" dirty="0"/>
                        <a:t> Service — Base de Comunicação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1195821">
                <a:tc>
                  <a:txBody>
                    <a:bodyPr/>
                    <a:lstStyle/>
                    <a:p>
                      <a:r>
                        <a:rPr lang="pt-BR" sz="1600" dirty="0"/>
                        <a:t>Essa base armazena as notificações enviadas, preferências dos usuários e histórico de comunicação.</a:t>
                      </a:r>
                    </a:p>
                    <a:p>
                      <a:r>
                        <a:rPr lang="pt-BR" sz="1600" dirty="0"/>
                        <a:t>Garante rastreabilidade das mensagens e possibilita campanhas e engajamento.</a:t>
                      </a:r>
                    </a:p>
                    <a:p>
                      <a:endParaRPr lang="pt-BR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  <p:pic>
        <p:nvPicPr>
          <p:cNvPr id="7" name="Imagem 6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49BAA45D-ADE8-BC94-1E9A-6CC62A544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574131"/>
            <a:ext cx="4274820" cy="231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09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9ECC7BA-5D62-BB9E-5F3F-5A7175F5C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145109"/>
            <a:ext cx="6172200" cy="858044"/>
          </a:xfrm>
        </p:spPr>
        <p:txBody>
          <a:bodyPr>
            <a:normAutofit/>
          </a:bodyPr>
          <a:lstStyle/>
          <a:p>
            <a:r>
              <a:rPr lang="en-US" dirty="0"/>
              <a:t>Fim!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7547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1398</TotalTime>
  <Words>1410</Words>
  <Application>Microsoft Office PowerPoint</Application>
  <PresentationFormat>Personalizar</PresentationFormat>
  <Paragraphs>216</Paragraphs>
  <Slides>21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Calibri</vt:lpstr>
      <vt:lpstr>Gotham HTF Bold</vt:lpstr>
      <vt:lpstr>Gotham HTF Light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Fim!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Adriano</dc:creator>
  <cp:lastModifiedBy>Gabriel Ximenes</cp:lastModifiedBy>
  <cp:revision>71</cp:revision>
  <dcterms:created xsi:type="dcterms:W3CDTF">2019-02-14T16:56:41Z</dcterms:created>
  <dcterms:modified xsi:type="dcterms:W3CDTF">2026-03-01T18:51:58Z</dcterms:modified>
</cp:coreProperties>
</file>