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5" r:id="rId1"/>
  </p:sldMasterIdLst>
  <p:notesMasterIdLst>
    <p:notesMasterId r:id="rId9"/>
  </p:notesMasterIdLst>
  <p:sldIdLst>
    <p:sldId id="613" r:id="rId2"/>
    <p:sldId id="260" r:id="rId3"/>
    <p:sldId id="393" r:id="rId4"/>
    <p:sldId id="611" r:id="rId5"/>
    <p:sldId id="396" r:id="rId6"/>
    <p:sldId id="612" r:id="rId7"/>
    <p:sldId id="614" r:id="rId8"/>
  </p:sldIdLst>
  <p:sldSz cx="6858000" cy="5148263"/>
  <p:notesSz cx="6858000" cy="9144000"/>
  <p:defaultTextStyle>
    <a:defPPr>
      <a:defRPr lang="en-US"/>
    </a:defPPr>
    <a:lvl1pPr marL="0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761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525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287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051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3812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6576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99339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2102" algn="l" defTabSz="34276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2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626E73"/>
    <a:srgbClr val="7D8C92"/>
    <a:srgbClr val="16181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39"/>
    <p:restoredTop sz="94896"/>
  </p:normalViewPr>
  <p:slideViewPr>
    <p:cSldViewPr snapToGrid="0" snapToObjects="1">
      <p:cViewPr varScale="1">
        <p:scale>
          <a:sx n="137" d="100"/>
          <a:sy n="137" d="100"/>
        </p:scale>
        <p:origin x="1648" y="168"/>
      </p:cViewPr>
      <p:guideLst>
        <p:guide orient="horz" pos="162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1" d="100"/>
        <a:sy n="11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Pontes Sampaio" userId="0eaa375e-b457-47d7-9870-519e14bb9e31" providerId="ADAL" clId="{4B09F526-3F05-3F44-AFE3-7F1C2DDC76A8}"/>
    <pc:docChg chg="custSel modSld">
      <pc:chgData name="André Pontes Sampaio" userId="0eaa375e-b457-47d7-9870-519e14bb9e31" providerId="ADAL" clId="{4B09F526-3F05-3F44-AFE3-7F1C2DDC76A8}" dt="2021-11-03T14:34:27.606" v="57" actId="313"/>
      <pc:docMkLst>
        <pc:docMk/>
      </pc:docMkLst>
      <pc:sldChg chg="modSp mod">
        <pc:chgData name="André Pontes Sampaio" userId="0eaa375e-b457-47d7-9870-519e14bb9e31" providerId="ADAL" clId="{4B09F526-3F05-3F44-AFE3-7F1C2DDC76A8}" dt="2021-11-03T14:34:27.606" v="57" actId="313"/>
        <pc:sldMkLst>
          <pc:docMk/>
          <pc:sldMk cId="38968002" sldId="396"/>
        </pc:sldMkLst>
      </pc:sldChg>
      <pc:sldChg chg="modSp mod">
        <pc:chgData name="André Pontes Sampaio" userId="0eaa375e-b457-47d7-9870-519e14bb9e31" providerId="ADAL" clId="{4B09F526-3F05-3F44-AFE3-7F1C2DDC76A8}" dt="2021-11-03T14:33:39.942" v="53" actId="20577"/>
        <pc:sldMkLst>
          <pc:docMk/>
          <pc:sldMk cId="204469938" sldId="613"/>
        </pc:sldMkLst>
      </pc:sldChg>
      <pc:sldChg chg="addSp delSp modSp mod">
        <pc:chgData name="André Pontes Sampaio" userId="0eaa375e-b457-47d7-9870-519e14bb9e31" providerId="ADAL" clId="{4B09F526-3F05-3F44-AFE3-7F1C2DDC76A8}" dt="2021-11-03T14:34:23.031" v="56" actId="313"/>
        <pc:sldMkLst>
          <pc:docMk/>
          <pc:sldMk cId="3196638343" sldId="614"/>
        </pc:sldMkLst>
      </pc:sldChg>
    </pc:docChg>
  </pc:docChgLst>
  <pc:docChgLst>
    <pc:chgData name="André Pontes Sampaio" userId="0eaa375e-b457-47d7-9870-519e14bb9e31" providerId="ADAL" clId="{20F46A6D-D442-CD41-B514-B1F223930411}"/>
    <pc:docChg chg="custSel modSld">
      <pc:chgData name="André Pontes Sampaio" userId="0eaa375e-b457-47d7-9870-519e14bb9e31" providerId="ADAL" clId="{20F46A6D-D442-CD41-B514-B1F223930411}" dt="2024-05-06T12:18:19.893" v="37" actId="1076"/>
      <pc:docMkLst>
        <pc:docMk/>
      </pc:docMkLst>
      <pc:sldChg chg="modSp mod">
        <pc:chgData name="André Pontes Sampaio" userId="0eaa375e-b457-47d7-9870-519e14bb9e31" providerId="ADAL" clId="{20F46A6D-D442-CD41-B514-B1F223930411}" dt="2024-05-06T12:14:58.898" v="13" actId="1035"/>
        <pc:sldMkLst>
          <pc:docMk/>
          <pc:sldMk cId="2612494020" sldId="260"/>
        </pc:sldMkLst>
      </pc:sldChg>
      <pc:sldChg chg="addSp delSp modSp mod">
        <pc:chgData name="André Pontes Sampaio" userId="0eaa375e-b457-47d7-9870-519e14bb9e31" providerId="ADAL" clId="{20F46A6D-D442-CD41-B514-B1F223930411}" dt="2024-05-06T12:18:19.893" v="37" actId="1076"/>
        <pc:sldMkLst>
          <pc:docMk/>
          <pc:sldMk cId="38968002" sldId="396"/>
        </pc:sldMkLst>
      </pc:sldChg>
    </pc:docChg>
  </pc:docChgLst>
  <pc:docChgLst>
    <pc:chgData name="André Pontes Sampaio" userId="0eaa375e-b457-47d7-9870-519e14bb9e31" providerId="ADAL" clId="{3D601FC9-DA8F-5B48-969A-2DC38786ADF2}"/>
    <pc:docChg chg="modSld">
      <pc:chgData name="André Pontes Sampaio" userId="0eaa375e-b457-47d7-9870-519e14bb9e31" providerId="ADAL" clId="{3D601FC9-DA8F-5B48-969A-2DC38786ADF2}" dt="2022-02-01T20:02:50.280" v="46" actId="20577"/>
      <pc:docMkLst>
        <pc:docMk/>
      </pc:docMkLst>
      <pc:sldChg chg="modSp mod">
        <pc:chgData name="André Pontes Sampaio" userId="0eaa375e-b457-47d7-9870-519e14bb9e31" providerId="ADAL" clId="{3D601FC9-DA8F-5B48-969A-2DC38786ADF2}" dt="2022-02-01T20:02:50.280" v="46" actId="20577"/>
        <pc:sldMkLst>
          <pc:docMk/>
          <pc:sldMk cId="2612494020" sldId="260"/>
        </pc:sldMkLst>
      </pc:sldChg>
      <pc:sldChg chg="modSp mod">
        <pc:chgData name="André Pontes Sampaio" userId="0eaa375e-b457-47d7-9870-519e14bb9e31" providerId="ADAL" clId="{3D601FC9-DA8F-5B48-969A-2DC38786ADF2}" dt="2022-02-01T20:00:54.796" v="6" actId="20577"/>
        <pc:sldMkLst>
          <pc:docMk/>
          <pc:sldMk cId="204469938" sldId="613"/>
        </pc:sldMkLst>
      </pc:sldChg>
      <pc:sldChg chg="modSp mod">
        <pc:chgData name="André Pontes Sampaio" userId="0eaa375e-b457-47d7-9870-519e14bb9e31" providerId="ADAL" clId="{3D601FC9-DA8F-5B48-969A-2DC38786ADF2}" dt="2022-02-01T20:02:17.115" v="43" actId="20577"/>
        <pc:sldMkLst>
          <pc:docMk/>
          <pc:sldMk cId="3196638343" sldId="614"/>
        </pc:sldMkLst>
      </pc:sldChg>
    </pc:docChg>
  </pc:docChgLst>
  <pc:docChgLst>
    <pc:chgData name="André Pontes Sampaio" userId="0eaa375e-b457-47d7-9870-519e14bb9e31" providerId="ADAL" clId="{8A03D43E-E76B-FB4A-98EA-03E2852153A9}"/>
    <pc:docChg chg="undo custSel addSld modSld">
      <pc:chgData name="André Pontes Sampaio" userId="0eaa375e-b457-47d7-9870-519e14bb9e31" providerId="ADAL" clId="{8A03D43E-E76B-FB4A-98EA-03E2852153A9}" dt="2021-09-14T11:09:33.843" v="127" actId="20577"/>
      <pc:docMkLst>
        <pc:docMk/>
      </pc:docMkLst>
      <pc:sldChg chg="addSp modSp mod">
        <pc:chgData name="André Pontes Sampaio" userId="0eaa375e-b457-47d7-9870-519e14bb9e31" providerId="ADAL" clId="{8A03D43E-E76B-FB4A-98EA-03E2852153A9}" dt="2021-09-14T11:09:33.843" v="127" actId="20577"/>
        <pc:sldMkLst>
          <pc:docMk/>
          <pc:sldMk cId="2612494020" sldId="260"/>
        </pc:sldMkLst>
      </pc:sldChg>
      <pc:sldChg chg="addSp delSp modSp mod">
        <pc:chgData name="André Pontes Sampaio" userId="0eaa375e-b457-47d7-9870-519e14bb9e31" providerId="ADAL" clId="{8A03D43E-E76B-FB4A-98EA-03E2852153A9}" dt="2021-09-03T17:24:42.726" v="1"/>
        <pc:sldMkLst>
          <pc:docMk/>
          <pc:sldMk cId="3100406851" sldId="611"/>
        </pc:sldMkLst>
      </pc:sldChg>
      <pc:sldChg chg="modSp mod">
        <pc:chgData name="André Pontes Sampaio" userId="0eaa375e-b457-47d7-9870-519e14bb9e31" providerId="ADAL" clId="{8A03D43E-E76B-FB4A-98EA-03E2852153A9}" dt="2021-09-03T17:29:07.186" v="57" actId="20577"/>
        <pc:sldMkLst>
          <pc:docMk/>
          <pc:sldMk cId="640457786" sldId="612"/>
        </pc:sldMkLst>
      </pc:sldChg>
      <pc:sldChg chg="modSp mod">
        <pc:chgData name="André Pontes Sampaio" userId="0eaa375e-b457-47d7-9870-519e14bb9e31" providerId="ADAL" clId="{8A03D43E-E76B-FB4A-98EA-03E2852153A9}" dt="2021-09-03T17:28:38.558" v="40" actId="20577"/>
        <pc:sldMkLst>
          <pc:docMk/>
          <pc:sldMk cId="204469938" sldId="613"/>
        </pc:sldMkLst>
      </pc:sldChg>
      <pc:sldChg chg="addSp delSp modSp add mod">
        <pc:chgData name="André Pontes Sampaio" userId="0eaa375e-b457-47d7-9870-519e14bb9e31" providerId="ADAL" clId="{8A03D43E-E76B-FB4A-98EA-03E2852153A9}" dt="2021-09-03T17:27:19.788" v="37" actId="20577"/>
        <pc:sldMkLst>
          <pc:docMk/>
          <pc:sldMk cId="3196638343" sldId="614"/>
        </pc:sldMkLst>
      </pc:sldChg>
    </pc:docChg>
  </pc:docChgLst>
  <pc:docChgLst>
    <pc:chgData name="André Pontes Sampaio" userId="0eaa375e-b457-47d7-9870-519e14bb9e31" providerId="ADAL" clId="{B5CF9EB4-9C06-FE4A-985D-E13F07C74E01}"/>
    <pc:docChg chg="modSld">
      <pc:chgData name="André Pontes Sampaio" userId="0eaa375e-b457-47d7-9870-519e14bb9e31" providerId="ADAL" clId="{B5CF9EB4-9C06-FE4A-985D-E13F07C74E01}" dt="2025-04-30T17:30:28.447" v="277" actId="20577"/>
      <pc:docMkLst>
        <pc:docMk/>
      </pc:docMkLst>
      <pc:sldChg chg="modSp mod">
        <pc:chgData name="André Pontes Sampaio" userId="0eaa375e-b457-47d7-9870-519e14bb9e31" providerId="ADAL" clId="{B5CF9EB4-9C06-FE4A-985D-E13F07C74E01}" dt="2025-04-30T17:30:07.084" v="225" actId="20577"/>
        <pc:sldMkLst>
          <pc:docMk/>
          <pc:sldMk cId="38968002" sldId="396"/>
        </pc:sldMkLst>
        <pc:graphicFrameChg chg="modGraphic">
          <ac:chgData name="André Pontes Sampaio" userId="0eaa375e-b457-47d7-9870-519e14bb9e31" providerId="ADAL" clId="{B5CF9EB4-9C06-FE4A-985D-E13F07C74E01}" dt="2025-04-30T17:30:07.084" v="225" actId="20577"/>
          <ac:graphicFrameMkLst>
            <pc:docMk/>
            <pc:sldMk cId="38968002" sldId="396"/>
            <ac:graphicFrameMk id="13" creationId="{6E47D741-4179-F843-BB56-98C9E046A9F3}"/>
          </ac:graphicFrameMkLst>
        </pc:graphicFrameChg>
      </pc:sldChg>
      <pc:sldChg chg="modSp mod">
        <pc:chgData name="André Pontes Sampaio" userId="0eaa375e-b457-47d7-9870-519e14bb9e31" providerId="ADAL" clId="{B5CF9EB4-9C06-FE4A-985D-E13F07C74E01}" dt="2025-04-30T17:30:28.447" v="277" actId="20577"/>
        <pc:sldMkLst>
          <pc:docMk/>
          <pc:sldMk cId="640457786" sldId="612"/>
        </pc:sldMkLst>
        <pc:graphicFrameChg chg="modGraphic">
          <ac:chgData name="André Pontes Sampaio" userId="0eaa375e-b457-47d7-9870-519e14bb9e31" providerId="ADAL" clId="{B5CF9EB4-9C06-FE4A-985D-E13F07C74E01}" dt="2025-04-30T17:30:28.447" v="277" actId="20577"/>
          <ac:graphicFrameMkLst>
            <pc:docMk/>
            <pc:sldMk cId="640457786" sldId="612"/>
            <ac:graphicFrameMk id="11" creationId="{2F7171B2-EC4D-414A-8926-6019EDC1226F}"/>
          </ac:graphicFrameMkLst>
        </pc:graphicFrameChg>
      </pc:sldChg>
      <pc:sldChg chg="modSp mod">
        <pc:chgData name="André Pontes Sampaio" userId="0eaa375e-b457-47d7-9870-519e14bb9e31" providerId="ADAL" clId="{B5CF9EB4-9C06-FE4A-985D-E13F07C74E01}" dt="2025-04-30T17:29:37.618" v="176" actId="20577"/>
        <pc:sldMkLst>
          <pc:docMk/>
          <pc:sldMk cId="3196638343" sldId="614"/>
        </pc:sldMkLst>
        <pc:graphicFrameChg chg="modGraphic">
          <ac:chgData name="André Pontes Sampaio" userId="0eaa375e-b457-47d7-9870-519e14bb9e31" providerId="ADAL" clId="{B5CF9EB4-9C06-FE4A-985D-E13F07C74E01}" dt="2025-04-30T17:29:37.618" v="176" actId="20577"/>
          <ac:graphicFrameMkLst>
            <pc:docMk/>
            <pc:sldMk cId="3196638343" sldId="614"/>
            <ac:graphicFrameMk id="27" creationId="{ADE51DD0-A3D6-A141-BADE-2B9ECEAB4DFB}"/>
          </ac:graphicFrameMkLst>
        </pc:graphicFrameChg>
      </pc:sldChg>
    </pc:docChg>
  </pc:docChgLst>
  <pc:docChgLst>
    <pc:chgData name="André Pontes Sampaio" userId="0eaa375e-b457-47d7-9870-519e14bb9e31" providerId="ADAL" clId="{7D620DA5-D6BB-904E-B24F-E6362B3DA94D}"/>
    <pc:docChg chg="modSld">
      <pc:chgData name="André Pontes Sampaio" userId="0eaa375e-b457-47d7-9870-519e14bb9e31" providerId="ADAL" clId="{7D620DA5-D6BB-904E-B24F-E6362B3DA94D}" dt="2022-04-22T19:09:16.524" v="3" actId="404"/>
      <pc:docMkLst>
        <pc:docMk/>
      </pc:docMkLst>
      <pc:sldChg chg="modSp mod">
        <pc:chgData name="André Pontes Sampaio" userId="0eaa375e-b457-47d7-9870-519e14bb9e31" providerId="ADAL" clId="{7D620DA5-D6BB-904E-B24F-E6362B3DA94D}" dt="2022-04-22T19:09:16.524" v="3" actId="404"/>
        <pc:sldMkLst>
          <pc:docMk/>
          <pc:sldMk cId="204469938" sldId="613"/>
        </pc:sldMkLst>
      </pc:sldChg>
    </pc:docChg>
  </pc:docChgLst>
  <pc:docChgLst>
    <pc:chgData name="André Pontes Sampaio" userId="0eaa375e-b457-47d7-9870-519e14bb9e31" providerId="ADAL" clId="{43B9CB5F-3397-864D-AA78-30EBDD39FC36}"/>
    <pc:docChg chg="modSld">
      <pc:chgData name="André Pontes Sampaio" userId="0eaa375e-b457-47d7-9870-519e14bb9e31" providerId="ADAL" clId="{43B9CB5F-3397-864D-AA78-30EBDD39FC36}" dt="2021-05-04T03:00:58.216" v="3" actId="20577"/>
      <pc:docMkLst>
        <pc:docMk/>
      </pc:docMkLst>
      <pc:sldChg chg="addSp modSp mod">
        <pc:chgData name="André Pontes Sampaio" userId="0eaa375e-b457-47d7-9870-519e14bb9e31" providerId="ADAL" clId="{43B9CB5F-3397-864D-AA78-30EBDD39FC36}" dt="2021-05-04T03:00:58.216" v="3" actId="20577"/>
        <pc:sldMkLst>
          <pc:docMk/>
          <pc:sldMk cId="640457786" sldId="61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mark.com.br/crm-para-planos-de-saude/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mark.com.br/crm-para-planos-de-saude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B73F18-EA81-4547-BFF8-0ED80F90888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AD4C588-C6D9-4638-B320-EF88D7E34EB4}">
      <dgm:prSet phldrT="[Texto]" custT="1"/>
      <dgm:spPr>
        <a:solidFill>
          <a:srgbClr val="D0D8E8"/>
        </a:solidFill>
      </dgm:spPr>
      <dgm:t>
        <a:bodyPr/>
        <a:lstStyle/>
        <a:p>
          <a:r>
            <a:rPr lang="pt-BR" sz="1300">
              <a:solidFill>
                <a:srgbClr val="FF0000"/>
              </a:solidFill>
            </a:rPr>
            <a:t>PREENCHER NOME </a:t>
          </a:r>
          <a:r>
            <a:rPr lang="pt-BR" sz="1300" b="1">
              <a:solidFill>
                <a:srgbClr val="FF0000"/>
              </a:solidFill>
            </a:rPr>
            <a:t>STARTUP</a:t>
          </a:r>
          <a:br>
            <a:rPr lang="pt-BR" sz="1300">
              <a:solidFill>
                <a:srgbClr val="FF0000"/>
              </a:solidFill>
            </a:rPr>
          </a:br>
          <a:r>
            <a:rPr lang="pt-BR" sz="1300">
              <a:solidFill>
                <a:srgbClr val="FF0000"/>
              </a:solidFill>
            </a:rPr>
            <a:t>(EX: VPS - Vendas Plano Saúde)</a:t>
          </a:r>
          <a:endParaRPr lang="pt-BR" sz="1300" dirty="0">
            <a:solidFill>
              <a:srgbClr val="FF0000"/>
            </a:solidFill>
          </a:endParaRPr>
        </a:p>
      </dgm:t>
    </dgm:pt>
    <dgm:pt modelId="{9326E839-96F0-4D53-BDF7-D8E5E47EE76E}" type="parTrans" cxnId="{55BF1A3B-CF99-48B2-A79E-D135DE73C3F3}">
      <dgm:prSet/>
      <dgm:spPr/>
      <dgm:t>
        <a:bodyPr/>
        <a:lstStyle/>
        <a:p>
          <a:endParaRPr lang="pt-BR" sz="1300"/>
        </a:p>
      </dgm:t>
    </dgm:pt>
    <dgm:pt modelId="{32353789-EB6C-474E-827A-9936A2F0E348}" type="sibTrans" cxnId="{55BF1A3B-CF99-48B2-A79E-D135DE73C3F3}">
      <dgm:prSet/>
      <dgm:spPr/>
      <dgm:t>
        <a:bodyPr/>
        <a:lstStyle/>
        <a:p>
          <a:endParaRPr lang="pt-BR" sz="1300"/>
        </a:p>
      </dgm:t>
    </dgm:pt>
    <dgm:pt modelId="{471C8BFC-8154-41A8-BCFE-45E2022C4497}">
      <dgm:prSet phldrT="[Texto]" custT="1"/>
      <dgm:spPr/>
      <dgm:t>
        <a:bodyPr/>
        <a:lstStyle/>
        <a:p>
          <a:r>
            <a:rPr lang="pt-BR" sz="1300" dirty="0"/>
            <a:t>Objetivo estratégico a ser atendido</a:t>
          </a:r>
        </a:p>
      </dgm:t>
    </dgm:pt>
    <dgm:pt modelId="{155AEE17-3951-4496-8AA2-8ED8244B2818}" type="parTrans" cxnId="{10A82504-DC41-49AD-AD0F-B135891AE1F9}">
      <dgm:prSet custT="1"/>
      <dgm:spPr/>
      <dgm:t>
        <a:bodyPr/>
        <a:lstStyle/>
        <a:p>
          <a:endParaRPr lang="pt-BR" sz="1300"/>
        </a:p>
      </dgm:t>
    </dgm:pt>
    <dgm:pt modelId="{6768511E-9708-45CC-8B2B-CC9925664236}" type="sibTrans" cxnId="{10A82504-DC41-49AD-AD0F-B135891AE1F9}">
      <dgm:prSet/>
      <dgm:spPr/>
      <dgm:t>
        <a:bodyPr/>
        <a:lstStyle/>
        <a:p>
          <a:endParaRPr lang="pt-BR" sz="1300"/>
        </a:p>
      </dgm:t>
    </dgm:pt>
    <dgm:pt modelId="{86D34C6E-CA7B-4287-ABA5-2A8235604B67}">
      <dgm:prSet phldrT="[Texto]" custT="1"/>
      <dgm:spPr>
        <a:solidFill>
          <a:srgbClr val="D0D8E8"/>
        </a:solidFill>
      </dgm:spPr>
      <dgm:t>
        <a:bodyPr/>
        <a:lstStyle/>
        <a:p>
          <a:r>
            <a:rPr lang="pt-BR" sz="1300" dirty="0">
              <a:solidFill>
                <a:srgbClr val="FF0000"/>
              </a:solidFill>
            </a:rPr>
            <a:t>PREENCHER</a:t>
          </a:r>
        </a:p>
        <a:p>
          <a:r>
            <a:rPr lang="pt-BR" sz="1300" dirty="0">
              <a:solidFill>
                <a:srgbClr val="FF0000"/>
              </a:solidFill>
            </a:rPr>
            <a:t>EX: Otimizar o processo de prospecção</a:t>
          </a:r>
        </a:p>
      </dgm:t>
    </dgm:pt>
    <dgm:pt modelId="{A34DB196-500F-42D5-AD57-75BF8346FA4F}" type="parTrans" cxnId="{BF90112D-045A-4C69-A744-11C527A7D216}">
      <dgm:prSet custT="1"/>
      <dgm:spPr/>
      <dgm:t>
        <a:bodyPr/>
        <a:lstStyle/>
        <a:p>
          <a:endParaRPr lang="pt-BR" sz="1300"/>
        </a:p>
      </dgm:t>
    </dgm:pt>
    <dgm:pt modelId="{0409901E-5F62-44F7-8DE9-AE4472E6A3F9}" type="sibTrans" cxnId="{BF90112D-045A-4C69-A744-11C527A7D216}">
      <dgm:prSet/>
      <dgm:spPr/>
      <dgm:t>
        <a:bodyPr/>
        <a:lstStyle/>
        <a:p>
          <a:endParaRPr lang="pt-BR" sz="1300"/>
        </a:p>
      </dgm:t>
    </dgm:pt>
    <dgm:pt modelId="{328281FA-F439-4988-BD09-6C8322B82A2A}">
      <dgm:prSet phldrT="[Texto]" custT="1"/>
      <dgm:spPr/>
      <dgm:t>
        <a:bodyPr/>
        <a:lstStyle/>
        <a:p>
          <a:r>
            <a:rPr lang="pt-BR" sz="1300" dirty="0"/>
            <a:t>Proposta de Solução?</a:t>
          </a:r>
        </a:p>
      </dgm:t>
    </dgm:pt>
    <dgm:pt modelId="{B818CFA4-6666-443A-9EBB-8F7F6F521B03}" type="parTrans" cxnId="{B9F60B72-ECBE-4ADD-A946-082EAB6EB800}">
      <dgm:prSet custT="1"/>
      <dgm:spPr/>
      <dgm:t>
        <a:bodyPr/>
        <a:lstStyle/>
        <a:p>
          <a:endParaRPr lang="pt-BR" sz="1300"/>
        </a:p>
      </dgm:t>
    </dgm:pt>
    <dgm:pt modelId="{BEBC7F8A-FE38-4C76-B6FB-490FF1E2C2C3}" type="sibTrans" cxnId="{B9F60B72-ECBE-4ADD-A946-082EAB6EB800}">
      <dgm:prSet/>
      <dgm:spPr/>
      <dgm:t>
        <a:bodyPr/>
        <a:lstStyle/>
        <a:p>
          <a:endParaRPr lang="pt-BR" sz="1300"/>
        </a:p>
      </dgm:t>
    </dgm:pt>
    <dgm:pt modelId="{4D9D0FD5-DE50-42F7-896D-50B4A9D27384}">
      <dgm:prSet phldrT="[Texto]" custT="1"/>
      <dgm:spPr>
        <a:solidFill>
          <a:srgbClr val="D0D8E8"/>
        </a:solidFill>
      </dgm:spPr>
      <dgm:t>
        <a:bodyPr/>
        <a:lstStyle/>
        <a:p>
          <a:r>
            <a:rPr lang="pt-BR" sz="1300">
              <a:solidFill>
                <a:srgbClr val="FF0000"/>
              </a:solidFill>
            </a:rPr>
            <a:t>PREENCHER</a:t>
          </a:r>
        </a:p>
        <a:p>
          <a:r>
            <a:rPr lang="pt-BR" sz="1300">
              <a:solidFill>
                <a:srgbClr val="FF0000"/>
              </a:solidFill>
            </a:rPr>
            <a:t>EX: Web app para acompanhar prospecção/CRM</a:t>
          </a:r>
          <a:endParaRPr lang="pt-BR" sz="1300" dirty="0">
            <a:solidFill>
              <a:srgbClr val="FF0000"/>
            </a:solidFill>
          </a:endParaRPr>
        </a:p>
      </dgm:t>
    </dgm:pt>
    <dgm:pt modelId="{CA34CDFD-088B-48CB-A0B3-B85F11C8EF7C}" type="parTrans" cxnId="{BA5B3A6B-6446-45A4-BF49-76FD2A7437CE}">
      <dgm:prSet custT="1"/>
      <dgm:spPr/>
      <dgm:t>
        <a:bodyPr/>
        <a:lstStyle/>
        <a:p>
          <a:endParaRPr lang="pt-BR" sz="1300"/>
        </a:p>
      </dgm:t>
    </dgm:pt>
    <dgm:pt modelId="{EB54E02E-1B19-485A-8B0E-6BF28172C1C2}" type="sibTrans" cxnId="{BA5B3A6B-6446-45A4-BF49-76FD2A7437CE}">
      <dgm:prSet/>
      <dgm:spPr/>
      <dgm:t>
        <a:bodyPr/>
        <a:lstStyle/>
        <a:p>
          <a:endParaRPr lang="pt-BR" sz="1300"/>
        </a:p>
      </dgm:t>
    </dgm:pt>
    <dgm:pt modelId="{3A51636A-E6E3-4159-8A9D-84E2CE54B3AB}">
      <dgm:prSet phldrT="[Texto]" custT="1"/>
      <dgm:spPr/>
      <dgm:t>
        <a:bodyPr/>
        <a:lstStyle/>
        <a:p>
          <a:r>
            <a:rPr lang="pt-BR" sz="1300" dirty="0"/>
            <a:t>Quem são seus usuários?</a:t>
          </a:r>
        </a:p>
      </dgm:t>
    </dgm:pt>
    <dgm:pt modelId="{A1C8B8F2-BD34-439B-84C6-EB3D589444E3}" type="parTrans" cxnId="{A3C309F9-8A94-4716-8B9D-D0F2CD4376A3}">
      <dgm:prSet custT="1"/>
      <dgm:spPr/>
      <dgm:t>
        <a:bodyPr/>
        <a:lstStyle/>
        <a:p>
          <a:endParaRPr lang="pt-BR" sz="1300"/>
        </a:p>
      </dgm:t>
    </dgm:pt>
    <dgm:pt modelId="{3F9C7219-6AC6-4CBF-B3C2-E75C18EF5FD4}" type="sibTrans" cxnId="{A3C309F9-8A94-4716-8B9D-D0F2CD4376A3}">
      <dgm:prSet/>
      <dgm:spPr/>
      <dgm:t>
        <a:bodyPr/>
        <a:lstStyle/>
        <a:p>
          <a:endParaRPr lang="pt-BR" sz="1300"/>
        </a:p>
      </dgm:t>
    </dgm:pt>
    <dgm:pt modelId="{E8965649-523D-43EF-BC32-D422BD5B41DA}">
      <dgm:prSet phldrT="[Texto]" custT="1"/>
      <dgm:spPr>
        <a:solidFill>
          <a:srgbClr val="D0D8E8"/>
        </a:solidFill>
      </dgm:spPr>
      <dgm:t>
        <a:bodyPr/>
        <a:lstStyle/>
        <a:p>
          <a:r>
            <a:rPr lang="pt-BR" sz="1300" dirty="0">
              <a:solidFill>
                <a:srgbClr val="FF0000"/>
              </a:solidFill>
            </a:rPr>
            <a:t>PREENCHER</a:t>
          </a:r>
        </a:p>
        <a:p>
          <a:r>
            <a:rPr lang="pt-BR" sz="1300" dirty="0">
              <a:solidFill>
                <a:srgbClr val="FF0000"/>
              </a:solidFill>
            </a:rPr>
            <a:t>EX: Vendedores, Gerentes</a:t>
          </a:r>
        </a:p>
      </dgm:t>
    </dgm:pt>
    <dgm:pt modelId="{ECF784F3-5B9A-4BC9-A3FC-057CA8BE1D8D}" type="parTrans" cxnId="{DFCA07D3-016E-4450-B011-CE7C502DB0AE}">
      <dgm:prSet custT="1"/>
      <dgm:spPr/>
      <dgm:t>
        <a:bodyPr/>
        <a:lstStyle/>
        <a:p>
          <a:endParaRPr lang="pt-BR" sz="1300"/>
        </a:p>
      </dgm:t>
    </dgm:pt>
    <dgm:pt modelId="{2A1F6683-E3D1-40D3-9F6C-D8D94603E44A}" type="sibTrans" cxnId="{DFCA07D3-016E-4450-B011-CE7C502DB0AE}">
      <dgm:prSet/>
      <dgm:spPr/>
      <dgm:t>
        <a:bodyPr/>
        <a:lstStyle/>
        <a:p>
          <a:endParaRPr lang="pt-BR" sz="1300"/>
        </a:p>
      </dgm:t>
    </dgm:pt>
    <dgm:pt modelId="{EEF101EC-1B9C-44B2-9A94-E0CB4150A863}">
      <dgm:prSet phldrT="[Texto]" custT="1"/>
      <dgm:spPr/>
      <dgm:t>
        <a:bodyPr/>
        <a:lstStyle/>
        <a:p>
          <a:r>
            <a:rPr lang="pt-BR" sz="1300"/>
            <a:t>Reduzir os custos </a:t>
          </a:r>
          <a:endParaRPr lang="pt-BR" sz="1300" dirty="0">
            <a:solidFill>
              <a:srgbClr val="FFC000"/>
            </a:solidFill>
          </a:endParaRPr>
        </a:p>
      </dgm:t>
    </dgm:pt>
    <dgm:pt modelId="{9E36A16C-5785-4D2B-AA57-C4E44C9CE915}" type="parTrans" cxnId="{83A5B058-B734-4259-AD0B-AC025400D500}">
      <dgm:prSet custT="1"/>
      <dgm:spPr/>
      <dgm:t>
        <a:bodyPr/>
        <a:lstStyle/>
        <a:p>
          <a:endParaRPr lang="pt-BR" sz="1300"/>
        </a:p>
      </dgm:t>
    </dgm:pt>
    <dgm:pt modelId="{BE3CF1DA-6135-4959-A221-79B75C273014}" type="sibTrans" cxnId="{83A5B058-B734-4259-AD0B-AC025400D500}">
      <dgm:prSet/>
      <dgm:spPr/>
      <dgm:t>
        <a:bodyPr/>
        <a:lstStyle/>
        <a:p>
          <a:endParaRPr lang="pt-BR" sz="1300"/>
        </a:p>
      </dgm:t>
    </dgm:pt>
    <dgm:pt modelId="{D17BFC8D-8B3A-4019-A450-D92DA177CD9E}">
      <dgm:prSet phldrT="[Texto]" custT="1"/>
      <dgm:spPr/>
      <dgm:t>
        <a:bodyPr/>
        <a:lstStyle/>
        <a:p>
          <a:r>
            <a:rPr lang="pt-BR" sz="1300">
              <a:solidFill>
                <a:schemeClr val="bg1"/>
              </a:solidFill>
            </a:rPr>
            <a:t>Aumentar a produtividade</a:t>
          </a:r>
          <a:endParaRPr lang="pt-BR" sz="1300" dirty="0">
            <a:solidFill>
              <a:schemeClr val="bg1"/>
            </a:solidFill>
          </a:endParaRPr>
        </a:p>
      </dgm:t>
    </dgm:pt>
    <dgm:pt modelId="{DD3E7439-1F65-464D-AC35-6FD24D301B9F}" type="parTrans" cxnId="{062F536F-0997-431C-A51E-B299FB5B8B3E}">
      <dgm:prSet custT="1"/>
      <dgm:spPr/>
      <dgm:t>
        <a:bodyPr/>
        <a:lstStyle/>
        <a:p>
          <a:endParaRPr lang="pt-BR" sz="1300"/>
        </a:p>
      </dgm:t>
    </dgm:pt>
    <dgm:pt modelId="{5206B9F5-FE99-4259-A875-DE8C3A6FF543}" type="sibTrans" cxnId="{062F536F-0997-431C-A51E-B299FB5B8B3E}">
      <dgm:prSet/>
      <dgm:spPr/>
      <dgm:t>
        <a:bodyPr/>
        <a:lstStyle/>
        <a:p>
          <a:endParaRPr lang="pt-BR" sz="1300"/>
        </a:p>
      </dgm:t>
    </dgm:pt>
    <dgm:pt modelId="{17E0C034-3C8D-4285-A069-799BBBE8A2DE}">
      <dgm:prSet phldrT="[Texto]" custT="1"/>
      <dgm:spPr/>
      <dgm:t>
        <a:bodyPr/>
        <a:lstStyle/>
        <a:p>
          <a:r>
            <a:rPr lang="pt-BR" sz="1300" kern="1200">
              <a:solidFill>
                <a:srgbClr val="FFFFFF"/>
              </a:solidFill>
              <a:latin typeface="Arial"/>
              <a:ea typeface="+mn-ea"/>
              <a:cs typeface="+mn-cs"/>
            </a:rPr>
            <a:t>Aumentar receita</a:t>
          </a:r>
          <a:endParaRPr lang="pt-BR" sz="13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gm:t>
    </dgm:pt>
    <dgm:pt modelId="{EAFCE804-307A-4AD7-B553-ECD1B9485CBF}" type="parTrans" cxnId="{B25567FA-9F53-404B-BBCE-EC26BF4B38EE}">
      <dgm:prSet custT="1"/>
      <dgm:spPr/>
      <dgm:t>
        <a:bodyPr/>
        <a:lstStyle/>
        <a:p>
          <a:endParaRPr lang="pt-BR" sz="1300"/>
        </a:p>
      </dgm:t>
    </dgm:pt>
    <dgm:pt modelId="{82F753A9-ED26-4450-9928-05A237840E14}" type="sibTrans" cxnId="{B25567FA-9F53-404B-BBCE-EC26BF4B38EE}">
      <dgm:prSet/>
      <dgm:spPr/>
      <dgm:t>
        <a:bodyPr/>
        <a:lstStyle/>
        <a:p>
          <a:endParaRPr lang="pt-BR" sz="1300"/>
        </a:p>
      </dgm:t>
    </dgm:pt>
    <dgm:pt modelId="{009B20AB-6663-BF4E-9B32-55C849594348}">
      <dgm:prSet phldrT="[Texto]" custT="1"/>
      <dgm:spPr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Quem será seu concorrente?</a:t>
          </a:r>
        </a:p>
      </dgm:t>
    </dgm:pt>
    <dgm:pt modelId="{45861AFA-B823-474E-A036-F7CED30C2473}" type="parTrans" cxnId="{18E917BC-C169-7A43-91BE-60A5C9952233}">
      <dgm:prSet/>
      <dgm:spPr/>
      <dgm:t>
        <a:bodyPr/>
        <a:lstStyle/>
        <a:p>
          <a:endParaRPr lang="pt-BR"/>
        </a:p>
      </dgm:t>
    </dgm:pt>
    <dgm:pt modelId="{F2DD26DF-3C5F-1444-98E0-BC0A9B0962AC}" type="sibTrans" cxnId="{18E917BC-C169-7A43-91BE-60A5C9952233}">
      <dgm:prSet/>
      <dgm:spPr/>
      <dgm:t>
        <a:bodyPr/>
        <a:lstStyle/>
        <a:p>
          <a:endParaRPr lang="pt-BR"/>
        </a:p>
      </dgm:t>
    </dgm:pt>
    <dgm:pt modelId="{4FBA39A8-12FB-ED49-8C99-8E50A0D76B8A}">
      <dgm:prSet phldrT="[Texto]" custT="1"/>
      <dgm:spPr>
        <a:solidFill>
          <a:srgbClr val="D0D8E8"/>
        </a:solidFill>
      </dgm:spPr>
      <dgm:t>
        <a:bodyPr/>
        <a:lstStyle/>
        <a:p>
          <a:r>
            <a:rPr lang="pt-BR" sz="1300" dirty="0">
              <a:solidFill>
                <a:srgbClr val="FF0000"/>
              </a:solidFill>
            </a:rPr>
            <a:t>PREENCHER</a:t>
          </a:r>
        </a:p>
        <a:p>
          <a:r>
            <a:rPr lang="pt-BR" sz="1300" dirty="0">
              <a:solidFill>
                <a:srgbClr val="FF0000"/>
              </a:solidFill>
            </a:rPr>
            <a:t>EX: Pesquisar Mercado</a:t>
          </a:r>
        </a:p>
      </dgm:t>
    </dgm:pt>
    <dgm:pt modelId="{E0C69463-BACE-3A47-8499-A04A2F440DCD}" type="parTrans" cxnId="{9F33CE44-8113-9E4D-89D7-0B2D6F1B7CA4}">
      <dgm:prSet/>
      <dgm:spPr/>
      <dgm:t>
        <a:bodyPr/>
        <a:lstStyle/>
        <a:p>
          <a:endParaRPr lang="pt-BR"/>
        </a:p>
      </dgm:t>
    </dgm:pt>
    <dgm:pt modelId="{678C62D2-1EF6-F944-A257-0FF74C08DBA3}" type="sibTrans" cxnId="{9F33CE44-8113-9E4D-89D7-0B2D6F1B7CA4}">
      <dgm:prSet/>
      <dgm:spPr/>
      <dgm:t>
        <a:bodyPr/>
        <a:lstStyle/>
        <a:p>
          <a:endParaRPr lang="pt-BR"/>
        </a:p>
      </dgm:t>
    </dgm:pt>
    <dgm:pt modelId="{CC874ECC-4C3A-4865-9A69-85E0DFF4C6F5}">
      <dgm:prSet phldrT="[Texto]" custT="1"/>
      <dgm:spPr/>
      <dgm:t>
        <a:bodyPr/>
        <a:lstStyle/>
        <a:p>
          <a:r>
            <a:rPr lang="pt-BR" sz="1300" dirty="0">
              <a:solidFill>
                <a:schemeClr val="bg1"/>
              </a:solidFill>
            </a:rPr>
            <a:t>Consolidar imagem da marca nos mercados</a:t>
          </a:r>
        </a:p>
      </dgm:t>
    </dgm:pt>
    <dgm:pt modelId="{0981DF9B-CC73-4B02-B164-534852996F74}" type="sibTrans" cxnId="{CD9B6820-30FA-4514-AE8F-1133409E4190}">
      <dgm:prSet/>
      <dgm:spPr/>
      <dgm:t>
        <a:bodyPr/>
        <a:lstStyle/>
        <a:p>
          <a:endParaRPr lang="pt-BR" sz="1300"/>
        </a:p>
      </dgm:t>
    </dgm:pt>
    <dgm:pt modelId="{9F9C56ED-C1C2-4EE7-A982-B181447ECE2A}" type="parTrans" cxnId="{CD9B6820-30FA-4514-AE8F-1133409E4190}">
      <dgm:prSet custT="1"/>
      <dgm:spPr/>
      <dgm:t>
        <a:bodyPr/>
        <a:lstStyle/>
        <a:p>
          <a:endParaRPr lang="pt-BR" sz="1300"/>
        </a:p>
      </dgm:t>
    </dgm:pt>
    <dgm:pt modelId="{DD935572-2E26-6546-A40F-E06FE37F0E82}">
      <dgm:prSet phldrT="[Texto]" custT="1"/>
      <dgm:spPr>
        <a:solidFill>
          <a:srgbClr val="D0D8E8"/>
        </a:solidFill>
      </dgm:spPr>
      <dgm:t>
        <a:bodyPr/>
        <a:lstStyle/>
        <a:p>
          <a:r>
            <a:rPr lang="pt-BR" sz="900" dirty="0">
              <a:solidFill>
                <a:srgbClr val="FF0000"/>
              </a:solidFill>
              <a:hlinkClick xmlns:r="http://schemas.openxmlformats.org/officeDocument/2006/relationships" r:id="rId1"/>
            </a:rPr>
            <a:t>https://www.smark.com.br/crm-para-planos-de-saude/</a:t>
          </a:r>
          <a:r>
            <a:rPr lang="pt-BR" sz="900" dirty="0">
              <a:solidFill>
                <a:srgbClr val="FF0000"/>
              </a:solidFill>
            </a:rPr>
            <a:t> </a:t>
          </a:r>
        </a:p>
      </dgm:t>
    </dgm:pt>
    <dgm:pt modelId="{77E85A83-4308-4E46-ADEF-E19FA0466373}" type="parTrans" cxnId="{C229FD1C-73DD-294D-867B-3290FF6F399C}">
      <dgm:prSet/>
      <dgm:spPr/>
      <dgm:t>
        <a:bodyPr/>
        <a:lstStyle/>
        <a:p>
          <a:endParaRPr lang="pt-BR"/>
        </a:p>
      </dgm:t>
    </dgm:pt>
    <dgm:pt modelId="{CE841578-4975-5D4D-B1F5-713F2F29D90F}" type="sibTrans" cxnId="{C229FD1C-73DD-294D-867B-3290FF6F399C}">
      <dgm:prSet/>
      <dgm:spPr/>
      <dgm:t>
        <a:bodyPr/>
        <a:lstStyle/>
        <a:p>
          <a:endParaRPr lang="pt-BR"/>
        </a:p>
      </dgm:t>
    </dgm:pt>
    <dgm:pt modelId="{BCA7E6AB-64D9-4770-8BA5-AF92A510F1FC}" type="pres">
      <dgm:prSet presAssocID="{63B73F18-EA81-4547-BFF8-0ED80F90888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251422A-DAC7-4F76-B2EE-C1A806F1D7A5}" type="pres">
      <dgm:prSet presAssocID="{FAD4C588-C6D9-4638-B320-EF88D7E34EB4}" presName="root1" presStyleCnt="0"/>
      <dgm:spPr/>
    </dgm:pt>
    <dgm:pt modelId="{8A677DE5-C0D5-41AC-8CDE-066B90CD2848}" type="pres">
      <dgm:prSet presAssocID="{FAD4C588-C6D9-4638-B320-EF88D7E34EB4}" presName="LevelOneTextNode" presStyleLbl="node0" presStyleIdx="0" presStyleCnt="1" custScaleY="133551">
        <dgm:presLayoutVars>
          <dgm:chPref val="3"/>
        </dgm:presLayoutVars>
      </dgm:prSet>
      <dgm:spPr/>
    </dgm:pt>
    <dgm:pt modelId="{81648E6B-942B-4416-88A3-DBA59B60BC8E}" type="pres">
      <dgm:prSet presAssocID="{FAD4C588-C6D9-4638-B320-EF88D7E34EB4}" presName="level2hierChild" presStyleCnt="0"/>
      <dgm:spPr/>
    </dgm:pt>
    <dgm:pt modelId="{1900A058-3F83-4196-9E33-7BD2C637D8EF}" type="pres">
      <dgm:prSet presAssocID="{155AEE17-3951-4496-8AA2-8ED8244B2818}" presName="conn2-1" presStyleLbl="parChTrans1D2" presStyleIdx="0" presStyleCnt="4"/>
      <dgm:spPr/>
    </dgm:pt>
    <dgm:pt modelId="{FDB3508B-EA24-4B64-AFB4-D35B7EA06D12}" type="pres">
      <dgm:prSet presAssocID="{155AEE17-3951-4496-8AA2-8ED8244B2818}" presName="connTx" presStyleLbl="parChTrans1D2" presStyleIdx="0" presStyleCnt="4"/>
      <dgm:spPr/>
    </dgm:pt>
    <dgm:pt modelId="{727D5B67-225B-4876-8388-94F728318EAE}" type="pres">
      <dgm:prSet presAssocID="{471C8BFC-8154-41A8-BCFE-45E2022C4497}" presName="root2" presStyleCnt="0"/>
      <dgm:spPr/>
    </dgm:pt>
    <dgm:pt modelId="{2A3C123C-F183-4395-A3DB-4F7AEDE3A36B}" type="pres">
      <dgm:prSet presAssocID="{471C8BFC-8154-41A8-BCFE-45E2022C4497}" presName="LevelTwoTextNode" presStyleLbl="node2" presStyleIdx="0" presStyleCnt="4" custScaleY="169208">
        <dgm:presLayoutVars>
          <dgm:chPref val="3"/>
        </dgm:presLayoutVars>
      </dgm:prSet>
      <dgm:spPr/>
    </dgm:pt>
    <dgm:pt modelId="{4598B73B-7625-460D-848D-9E21C59CA27A}" type="pres">
      <dgm:prSet presAssocID="{471C8BFC-8154-41A8-BCFE-45E2022C4497}" presName="level3hierChild" presStyleCnt="0"/>
      <dgm:spPr/>
    </dgm:pt>
    <dgm:pt modelId="{DD59CC5A-E441-418E-8012-5C65B773A3B1}" type="pres">
      <dgm:prSet presAssocID="{A34DB196-500F-42D5-AD57-75BF8346FA4F}" presName="conn2-1" presStyleLbl="parChTrans1D3" presStyleIdx="0" presStyleCnt="4"/>
      <dgm:spPr/>
    </dgm:pt>
    <dgm:pt modelId="{B898564D-F734-422B-B72A-72E031603BC4}" type="pres">
      <dgm:prSet presAssocID="{A34DB196-500F-42D5-AD57-75BF8346FA4F}" presName="connTx" presStyleLbl="parChTrans1D3" presStyleIdx="0" presStyleCnt="4"/>
      <dgm:spPr/>
    </dgm:pt>
    <dgm:pt modelId="{49021938-3885-4414-8190-6FA32997C5E5}" type="pres">
      <dgm:prSet presAssocID="{86D34C6E-CA7B-4287-ABA5-2A8235604B67}" presName="root2" presStyleCnt="0"/>
      <dgm:spPr/>
    </dgm:pt>
    <dgm:pt modelId="{9B23B078-2F37-4753-827A-4DC7F5953D4A}" type="pres">
      <dgm:prSet presAssocID="{86D34C6E-CA7B-4287-ABA5-2A8235604B67}" presName="LevelTwoTextNode" presStyleLbl="node3" presStyleIdx="0" presStyleCnt="4" custScaleY="169208">
        <dgm:presLayoutVars>
          <dgm:chPref val="3"/>
        </dgm:presLayoutVars>
      </dgm:prSet>
      <dgm:spPr/>
    </dgm:pt>
    <dgm:pt modelId="{69C6982A-11E3-40D3-81B2-3F9C84F29100}" type="pres">
      <dgm:prSet presAssocID="{86D34C6E-CA7B-4287-ABA5-2A8235604B67}" presName="level3hierChild" presStyleCnt="0"/>
      <dgm:spPr/>
    </dgm:pt>
    <dgm:pt modelId="{C0BDAC52-2E49-4DC8-A23B-6B4AEAFF33DB}" type="pres">
      <dgm:prSet presAssocID="{9F9C56ED-C1C2-4EE7-A982-B181447ECE2A}" presName="conn2-1" presStyleLbl="parChTrans1D4" presStyleIdx="0" presStyleCnt="5"/>
      <dgm:spPr/>
    </dgm:pt>
    <dgm:pt modelId="{7A561547-DF55-49B3-AD3A-0A1866CB1B50}" type="pres">
      <dgm:prSet presAssocID="{9F9C56ED-C1C2-4EE7-A982-B181447ECE2A}" presName="connTx" presStyleLbl="parChTrans1D4" presStyleIdx="0" presStyleCnt="5"/>
      <dgm:spPr/>
    </dgm:pt>
    <dgm:pt modelId="{8890E162-D391-4C47-8FA7-1CEF00A0FF9D}" type="pres">
      <dgm:prSet presAssocID="{CC874ECC-4C3A-4865-9A69-85E0DFF4C6F5}" presName="root2" presStyleCnt="0"/>
      <dgm:spPr/>
    </dgm:pt>
    <dgm:pt modelId="{6C984070-555A-4923-9B93-4DD772F2AA3E}" type="pres">
      <dgm:prSet presAssocID="{CC874ECC-4C3A-4865-9A69-85E0DFF4C6F5}" presName="LevelTwoTextNode" presStyleLbl="node4" presStyleIdx="0" presStyleCnt="5">
        <dgm:presLayoutVars>
          <dgm:chPref val="3"/>
        </dgm:presLayoutVars>
      </dgm:prSet>
      <dgm:spPr/>
    </dgm:pt>
    <dgm:pt modelId="{F9334A12-2530-4D93-8BD5-F5755C85F4B1}" type="pres">
      <dgm:prSet presAssocID="{CC874ECC-4C3A-4865-9A69-85E0DFF4C6F5}" presName="level3hierChild" presStyleCnt="0"/>
      <dgm:spPr/>
    </dgm:pt>
    <dgm:pt modelId="{07DAA2A5-6D3A-4EE7-8DDE-FDAE2E9FE7DF}" type="pres">
      <dgm:prSet presAssocID="{DD3E7439-1F65-464D-AC35-6FD24D301B9F}" presName="conn2-1" presStyleLbl="parChTrans1D4" presStyleIdx="1" presStyleCnt="5"/>
      <dgm:spPr/>
    </dgm:pt>
    <dgm:pt modelId="{8DAD9889-66A8-4665-8856-7F07AD9F7467}" type="pres">
      <dgm:prSet presAssocID="{DD3E7439-1F65-464D-AC35-6FD24D301B9F}" presName="connTx" presStyleLbl="parChTrans1D4" presStyleIdx="1" presStyleCnt="5"/>
      <dgm:spPr/>
    </dgm:pt>
    <dgm:pt modelId="{932AC521-049F-4FF5-AC11-851E558DF42C}" type="pres">
      <dgm:prSet presAssocID="{D17BFC8D-8B3A-4019-A450-D92DA177CD9E}" presName="root2" presStyleCnt="0"/>
      <dgm:spPr/>
    </dgm:pt>
    <dgm:pt modelId="{24F84BB8-808E-46EC-AC45-E1A7E1829D85}" type="pres">
      <dgm:prSet presAssocID="{D17BFC8D-8B3A-4019-A450-D92DA177CD9E}" presName="LevelTwoTextNode" presStyleLbl="node4" presStyleIdx="1" presStyleCnt="5">
        <dgm:presLayoutVars>
          <dgm:chPref val="3"/>
        </dgm:presLayoutVars>
      </dgm:prSet>
      <dgm:spPr/>
    </dgm:pt>
    <dgm:pt modelId="{CA9A6EBE-56EC-49F3-B84E-C41EC163DBB5}" type="pres">
      <dgm:prSet presAssocID="{D17BFC8D-8B3A-4019-A450-D92DA177CD9E}" presName="level3hierChild" presStyleCnt="0"/>
      <dgm:spPr/>
    </dgm:pt>
    <dgm:pt modelId="{84388261-728E-4471-85CB-B757044741C9}" type="pres">
      <dgm:prSet presAssocID="{9E36A16C-5785-4D2B-AA57-C4E44C9CE915}" presName="conn2-1" presStyleLbl="parChTrans1D4" presStyleIdx="2" presStyleCnt="5"/>
      <dgm:spPr/>
    </dgm:pt>
    <dgm:pt modelId="{7B150CA3-B07B-429D-A15F-AE0184D5511B}" type="pres">
      <dgm:prSet presAssocID="{9E36A16C-5785-4D2B-AA57-C4E44C9CE915}" presName="connTx" presStyleLbl="parChTrans1D4" presStyleIdx="2" presStyleCnt="5"/>
      <dgm:spPr/>
    </dgm:pt>
    <dgm:pt modelId="{16B93ED6-FF40-43BB-94CC-476039C7D4AD}" type="pres">
      <dgm:prSet presAssocID="{EEF101EC-1B9C-44B2-9A94-E0CB4150A863}" presName="root2" presStyleCnt="0"/>
      <dgm:spPr/>
    </dgm:pt>
    <dgm:pt modelId="{9BA92B15-5B80-413C-BFDF-3DC790179850}" type="pres">
      <dgm:prSet presAssocID="{EEF101EC-1B9C-44B2-9A94-E0CB4150A863}" presName="LevelTwoTextNode" presStyleLbl="node4" presStyleIdx="2" presStyleCnt="5">
        <dgm:presLayoutVars>
          <dgm:chPref val="3"/>
        </dgm:presLayoutVars>
      </dgm:prSet>
      <dgm:spPr/>
    </dgm:pt>
    <dgm:pt modelId="{EA860EB4-CC54-44AC-BB48-E0191D8579D5}" type="pres">
      <dgm:prSet presAssocID="{EEF101EC-1B9C-44B2-9A94-E0CB4150A863}" presName="level3hierChild" presStyleCnt="0"/>
      <dgm:spPr/>
    </dgm:pt>
    <dgm:pt modelId="{E2F90FDB-F2C9-43F5-B585-280CF78BD930}" type="pres">
      <dgm:prSet presAssocID="{EAFCE804-307A-4AD7-B553-ECD1B9485CBF}" presName="conn2-1" presStyleLbl="parChTrans1D4" presStyleIdx="3" presStyleCnt="5"/>
      <dgm:spPr/>
    </dgm:pt>
    <dgm:pt modelId="{61AB3DBD-9302-468D-B645-C2076ED70C27}" type="pres">
      <dgm:prSet presAssocID="{EAFCE804-307A-4AD7-B553-ECD1B9485CBF}" presName="connTx" presStyleLbl="parChTrans1D4" presStyleIdx="3" presStyleCnt="5"/>
      <dgm:spPr/>
    </dgm:pt>
    <dgm:pt modelId="{2AE675F4-294A-4A05-AFAE-063AEBE8F11A}" type="pres">
      <dgm:prSet presAssocID="{17E0C034-3C8D-4285-A069-799BBBE8A2DE}" presName="root2" presStyleCnt="0"/>
      <dgm:spPr/>
    </dgm:pt>
    <dgm:pt modelId="{E955E2D9-090D-464F-A01F-1E774D3ED970}" type="pres">
      <dgm:prSet presAssocID="{17E0C034-3C8D-4285-A069-799BBBE8A2DE}" presName="LevelTwoTextNode" presStyleLbl="node4" presStyleIdx="3" presStyleCnt="5">
        <dgm:presLayoutVars>
          <dgm:chPref val="3"/>
        </dgm:presLayoutVars>
      </dgm:prSet>
      <dgm:spPr/>
    </dgm:pt>
    <dgm:pt modelId="{3A56B927-9432-4B22-8FDE-3ACBEDA7B3A7}" type="pres">
      <dgm:prSet presAssocID="{17E0C034-3C8D-4285-A069-799BBBE8A2DE}" presName="level3hierChild" presStyleCnt="0"/>
      <dgm:spPr/>
    </dgm:pt>
    <dgm:pt modelId="{B0EA2BB6-4913-4711-AE5E-AE7AB8303DD6}" type="pres">
      <dgm:prSet presAssocID="{B818CFA4-6666-443A-9EBB-8F7F6F521B03}" presName="conn2-1" presStyleLbl="parChTrans1D2" presStyleIdx="1" presStyleCnt="4"/>
      <dgm:spPr/>
    </dgm:pt>
    <dgm:pt modelId="{F6117505-EC3C-497E-B7F1-102BEB9C8A01}" type="pres">
      <dgm:prSet presAssocID="{B818CFA4-6666-443A-9EBB-8F7F6F521B03}" presName="connTx" presStyleLbl="parChTrans1D2" presStyleIdx="1" presStyleCnt="4"/>
      <dgm:spPr/>
    </dgm:pt>
    <dgm:pt modelId="{A8AE7129-AA2B-424A-966C-581E0D432FF5}" type="pres">
      <dgm:prSet presAssocID="{328281FA-F439-4988-BD09-6C8322B82A2A}" presName="root2" presStyleCnt="0"/>
      <dgm:spPr/>
    </dgm:pt>
    <dgm:pt modelId="{A8EC3B3D-34DE-488A-807F-3F45A51031EF}" type="pres">
      <dgm:prSet presAssocID="{328281FA-F439-4988-BD09-6C8322B82A2A}" presName="LevelTwoTextNode" presStyleLbl="node2" presStyleIdx="1" presStyleCnt="4" custScaleY="169208">
        <dgm:presLayoutVars>
          <dgm:chPref val="3"/>
        </dgm:presLayoutVars>
      </dgm:prSet>
      <dgm:spPr/>
    </dgm:pt>
    <dgm:pt modelId="{C9073904-15C9-4FCD-9448-62F687CE87E5}" type="pres">
      <dgm:prSet presAssocID="{328281FA-F439-4988-BD09-6C8322B82A2A}" presName="level3hierChild" presStyleCnt="0"/>
      <dgm:spPr/>
    </dgm:pt>
    <dgm:pt modelId="{77F5CB65-92F9-4915-BFD6-EC1CD766B5F8}" type="pres">
      <dgm:prSet presAssocID="{CA34CDFD-088B-48CB-A0B3-B85F11C8EF7C}" presName="conn2-1" presStyleLbl="parChTrans1D3" presStyleIdx="1" presStyleCnt="4"/>
      <dgm:spPr/>
    </dgm:pt>
    <dgm:pt modelId="{9164EA54-8224-4D42-B119-B84F943FF5AD}" type="pres">
      <dgm:prSet presAssocID="{CA34CDFD-088B-48CB-A0B3-B85F11C8EF7C}" presName="connTx" presStyleLbl="parChTrans1D3" presStyleIdx="1" presStyleCnt="4"/>
      <dgm:spPr/>
    </dgm:pt>
    <dgm:pt modelId="{A6742B92-1D9F-4319-8FC8-844DB079CC26}" type="pres">
      <dgm:prSet presAssocID="{4D9D0FD5-DE50-42F7-896D-50B4A9D27384}" presName="root2" presStyleCnt="0"/>
      <dgm:spPr/>
    </dgm:pt>
    <dgm:pt modelId="{41CCC85B-2978-4FCC-837A-98E21A3807FA}" type="pres">
      <dgm:prSet presAssocID="{4D9D0FD5-DE50-42F7-896D-50B4A9D27384}" presName="LevelTwoTextNode" presStyleLbl="node3" presStyleIdx="1" presStyleCnt="4" custScaleY="169208">
        <dgm:presLayoutVars>
          <dgm:chPref val="3"/>
        </dgm:presLayoutVars>
      </dgm:prSet>
      <dgm:spPr/>
    </dgm:pt>
    <dgm:pt modelId="{09E559A3-2F79-4F33-9502-1136EB539B6F}" type="pres">
      <dgm:prSet presAssocID="{4D9D0FD5-DE50-42F7-896D-50B4A9D27384}" presName="level3hierChild" presStyleCnt="0"/>
      <dgm:spPr/>
    </dgm:pt>
    <dgm:pt modelId="{9BA7F38C-3750-43FC-BAC7-F6CC4992D127}" type="pres">
      <dgm:prSet presAssocID="{A1C8B8F2-BD34-439B-84C6-EB3D589444E3}" presName="conn2-1" presStyleLbl="parChTrans1D2" presStyleIdx="2" presStyleCnt="4"/>
      <dgm:spPr/>
    </dgm:pt>
    <dgm:pt modelId="{D36F2BB2-A1DD-4B11-8209-D2FA91CFC31C}" type="pres">
      <dgm:prSet presAssocID="{A1C8B8F2-BD34-439B-84C6-EB3D589444E3}" presName="connTx" presStyleLbl="parChTrans1D2" presStyleIdx="2" presStyleCnt="4"/>
      <dgm:spPr/>
    </dgm:pt>
    <dgm:pt modelId="{F43B999D-987F-43E1-A479-901FF312C9D9}" type="pres">
      <dgm:prSet presAssocID="{3A51636A-E6E3-4159-8A9D-84E2CE54B3AB}" presName="root2" presStyleCnt="0"/>
      <dgm:spPr/>
    </dgm:pt>
    <dgm:pt modelId="{6CAEC8C0-9E94-4EDE-B715-7B60D0C45154}" type="pres">
      <dgm:prSet presAssocID="{3A51636A-E6E3-4159-8A9D-84E2CE54B3AB}" presName="LevelTwoTextNode" presStyleLbl="node2" presStyleIdx="2" presStyleCnt="4" custScaleY="169208">
        <dgm:presLayoutVars>
          <dgm:chPref val="3"/>
        </dgm:presLayoutVars>
      </dgm:prSet>
      <dgm:spPr/>
    </dgm:pt>
    <dgm:pt modelId="{BEC7FA14-3BBE-4FD4-9B34-80383018717A}" type="pres">
      <dgm:prSet presAssocID="{3A51636A-E6E3-4159-8A9D-84E2CE54B3AB}" presName="level3hierChild" presStyleCnt="0"/>
      <dgm:spPr/>
    </dgm:pt>
    <dgm:pt modelId="{90863B8A-8C8F-4A7B-A94C-ED4D0D7B1ED0}" type="pres">
      <dgm:prSet presAssocID="{ECF784F3-5B9A-4BC9-A3FC-057CA8BE1D8D}" presName="conn2-1" presStyleLbl="parChTrans1D3" presStyleIdx="2" presStyleCnt="4"/>
      <dgm:spPr/>
    </dgm:pt>
    <dgm:pt modelId="{6DE62FE3-D3F5-40FC-87DA-8499316EB322}" type="pres">
      <dgm:prSet presAssocID="{ECF784F3-5B9A-4BC9-A3FC-057CA8BE1D8D}" presName="connTx" presStyleLbl="parChTrans1D3" presStyleIdx="2" presStyleCnt="4"/>
      <dgm:spPr/>
    </dgm:pt>
    <dgm:pt modelId="{6F605CA6-935E-4E2B-931F-AB7E8690311B}" type="pres">
      <dgm:prSet presAssocID="{E8965649-523D-43EF-BC32-D422BD5B41DA}" presName="root2" presStyleCnt="0"/>
      <dgm:spPr/>
    </dgm:pt>
    <dgm:pt modelId="{A4E933DC-CCD1-4377-BB54-473900B3A8EC}" type="pres">
      <dgm:prSet presAssocID="{E8965649-523D-43EF-BC32-D422BD5B41DA}" presName="LevelTwoTextNode" presStyleLbl="node3" presStyleIdx="2" presStyleCnt="4" custScaleY="169208">
        <dgm:presLayoutVars>
          <dgm:chPref val="3"/>
        </dgm:presLayoutVars>
      </dgm:prSet>
      <dgm:spPr/>
    </dgm:pt>
    <dgm:pt modelId="{E9C58186-F256-491C-81B4-DFE8B9699ACF}" type="pres">
      <dgm:prSet presAssocID="{E8965649-523D-43EF-BC32-D422BD5B41DA}" presName="level3hierChild" presStyleCnt="0"/>
      <dgm:spPr/>
    </dgm:pt>
    <dgm:pt modelId="{81AF7B1A-5B27-4145-90D0-4113DC3EC9FD}" type="pres">
      <dgm:prSet presAssocID="{45861AFA-B823-474E-A036-F7CED30C2473}" presName="conn2-1" presStyleLbl="parChTrans1D2" presStyleIdx="3" presStyleCnt="4"/>
      <dgm:spPr/>
    </dgm:pt>
    <dgm:pt modelId="{9B2DE51F-7729-284A-AB35-A0E08E72E519}" type="pres">
      <dgm:prSet presAssocID="{45861AFA-B823-474E-A036-F7CED30C2473}" presName="connTx" presStyleLbl="parChTrans1D2" presStyleIdx="3" presStyleCnt="4"/>
      <dgm:spPr/>
    </dgm:pt>
    <dgm:pt modelId="{B254DD62-ED4E-814D-B179-0C5E309D80ED}" type="pres">
      <dgm:prSet presAssocID="{009B20AB-6663-BF4E-9B32-55C849594348}" presName="root2" presStyleCnt="0"/>
      <dgm:spPr/>
    </dgm:pt>
    <dgm:pt modelId="{27BAD988-81A9-F54A-ADF2-382E55250D23}" type="pres">
      <dgm:prSet presAssocID="{009B20AB-6663-BF4E-9B32-55C849594348}" presName="LevelTwoTextNode" presStyleLbl="node2" presStyleIdx="3" presStyleCnt="4" custScaleY="156865">
        <dgm:presLayoutVars>
          <dgm:chPref val="3"/>
        </dgm:presLayoutVars>
      </dgm:prSet>
      <dgm:spPr>
        <a:xfrm>
          <a:off x="1194538" y="3732248"/>
          <a:ext cx="1532501" cy="467226"/>
        </a:xfrm>
        <a:prstGeom prst="rect">
          <a:avLst/>
        </a:prstGeom>
      </dgm:spPr>
    </dgm:pt>
    <dgm:pt modelId="{E018120B-2256-5449-8C18-02ABF4DC3B29}" type="pres">
      <dgm:prSet presAssocID="{009B20AB-6663-BF4E-9B32-55C849594348}" presName="level3hierChild" presStyleCnt="0"/>
      <dgm:spPr/>
    </dgm:pt>
    <dgm:pt modelId="{33777280-7424-C34D-BDD8-3CE67AEC6F55}" type="pres">
      <dgm:prSet presAssocID="{E0C69463-BACE-3A47-8499-A04A2F440DCD}" presName="conn2-1" presStyleLbl="parChTrans1D3" presStyleIdx="3" presStyleCnt="4"/>
      <dgm:spPr/>
    </dgm:pt>
    <dgm:pt modelId="{F282FDA6-36AB-7B49-8765-3F06C1033E01}" type="pres">
      <dgm:prSet presAssocID="{E0C69463-BACE-3A47-8499-A04A2F440DCD}" presName="connTx" presStyleLbl="parChTrans1D3" presStyleIdx="3" presStyleCnt="4"/>
      <dgm:spPr/>
    </dgm:pt>
    <dgm:pt modelId="{AEA13141-AF3A-554B-BBC2-A1DAA4AB942B}" type="pres">
      <dgm:prSet presAssocID="{4FBA39A8-12FB-ED49-8C99-8E50A0D76B8A}" presName="root2" presStyleCnt="0"/>
      <dgm:spPr/>
    </dgm:pt>
    <dgm:pt modelId="{DA23EF72-17A2-6D40-B22D-F1D4025927E0}" type="pres">
      <dgm:prSet presAssocID="{4FBA39A8-12FB-ED49-8C99-8E50A0D76B8A}" presName="LevelTwoTextNode" presStyleLbl="node3" presStyleIdx="3" presStyleCnt="4" custScaleY="129988">
        <dgm:presLayoutVars>
          <dgm:chPref val="3"/>
        </dgm:presLayoutVars>
      </dgm:prSet>
      <dgm:spPr/>
    </dgm:pt>
    <dgm:pt modelId="{3ABF8530-E823-D649-A0F5-E04B19100F18}" type="pres">
      <dgm:prSet presAssocID="{4FBA39A8-12FB-ED49-8C99-8E50A0D76B8A}" presName="level3hierChild" presStyleCnt="0"/>
      <dgm:spPr/>
    </dgm:pt>
    <dgm:pt modelId="{895F1481-FBF4-254A-A140-6DA6F2882E4A}" type="pres">
      <dgm:prSet presAssocID="{77E85A83-4308-4E46-ADEF-E19FA0466373}" presName="conn2-1" presStyleLbl="parChTrans1D4" presStyleIdx="4" presStyleCnt="5"/>
      <dgm:spPr/>
    </dgm:pt>
    <dgm:pt modelId="{5020023F-2724-8B4C-86FF-91D9406FF6B4}" type="pres">
      <dgm:prSet presAssocID="{77E85A83-4308-4E46-ADEF-E19FA0466373}" presName="connTx" presStyleLbl="parChTrans1D4" presStyleIdx="4" presStyleCnt="5"/>
      <dgm:spPr/>
    </dgm:pt>
    <dgm:pt modelId="{DBE43594-0B4C-7247-9AB2-C9E4D5E2C45D}" type="pres">
      <dgm:prSet presAssocID="{DD935572-2E26-6546-A40F-E06FE37F0E82}" presName="root2" presStyleCnt="0"/>
      <dgm:spPr/>
    </dgm:pt>
    <dgm:pt modelId="{B8F633E7-A83B-A543-BA71-6179233A686F}" type="pres">
      <dgm:prSet presAssocID="{DD935572-2E26-6546-A40F-E06FE37F0E82}" presName="LevelTwoTextNode" presStyleLbl="node4" presStyleIdx="4" presStyleCnt="5" custScaleX="113389">
        <dgm:presLayoutVars>
          <dgm:chPref val="3"/>
        </dgm:presLayoutVars>
      </dgm:prSet>
      <dgm:spPr/>
    </dgm:pt>
    <dgm:pt modelId="{401654E5-BC26-074F-9A4B-2FBCE3B5F050}" type="pres">
      <dgm:prSet presAssocID="{DD935572-2E26-6546-A40F-E06FE37F0E82}" presName="level3hierChild" presStyleCnt="0"/>
      <dgm:spPr/>
    </dgm:pt>
  </dgm:ptLst>
  <dgm:cxnLst>
    <dgm:cxn modelId="{10A82504-DC41-49AD-AD0F-B135891AE1F9}" srcId="{FAD4C588-C6D9-4638-B320-EF88D7E34EB4}" destId="{471C8BFC-8154-41A8-BCFE-45E2022C4497}" srcOrd="0" destOrd="0" parTransId="{155AEE17-3951-4496-8AA2-8ED8244B2818}" sibTransId="{6768511E-9708-45CC-8B2B-CC9925664236}"/>
    <dgm:cxn modelId="{EA42EA06-9E11-489C-B9C1-5287EB6467E6}" type="presOf" srcId="{ECF784F3-5B9A-4BC9-A3FC-057CA8BE1D8D}" destId="{6DE62FE3-D3F5-40FC-87DA-8499316EB322}" srcOrd="1" destOrd="0" presId="urn:microsoft.com/office/officeart/2008/layout/HorizontalMultiLevelHierarchy"/>
    <dgm:cxn modelId="{BAE1920D-5513-4FF2-8742-28A81CD55BC5}" type="presOf" srcId="{155AEE17-3951-4496-8AA2-8ED8244B2818}" destId="{FDB3508B-EA24-4B64-AFB4-D35B7EA06D12}" srcOrd="1" destOrd="0" presId="urn:microsoft.com/office/officeart/2008/layout/HorizontalMultiLevelHierarchy"/>
    <dgm:cxn modelId="{81397612-0169-437B-B72B-0237B7CACECA}" type="presOf" srcId="{328281FA-F439-4988-BD09-6C8322B82A2A}" destId="{A8EC3B3D-34DE-488A-807F-3F45A51031EF}" srcOrd="0" destOrd="0" presId="urn:microsoft.com/office/officeart/2008/layout/HorizontalMultiLevelHierarchy"/>
    <dgm:cxn modelId="{6BBB5F13-5CEC-461E-BC6D-AEE4FE40C0F2}" type="presOf" srcId="{9E36A16C-5785-4D2B-AA57-C4E44C9CE915}" destId="{84388261-728E-4471-85CB-B757044741C9}" srcOrd="0" destOrd="0" presId="urn:microsoft.com/office/officeart/2008/layout/HorizontalMultiLevelHierarchy"/>
    <dgm:cxn modelId="{DEE79216-83E0-4BFB-94D1-84395FB62D0E}" type="presOf" srcId="{155AEE17-3951-4496-8AA2-8ED8244B2818}" destId="{1900A058-3F83-4196-9E33-7BD2C637D8EF}" srcOrd="0" destOrd="0" presId="urn:microsoft.com/office/officeart/2008/layout/HorizontalMultiLevelHierarchy"/>
    <dgm:cxn modelId="{BA9ABB18-2E73-40E9-AB74-402D8A33D7F8}" type="presOf" srcId="{9E36A16C-5785-4D2B-AA57-C4E44C9CE915}" destId="{7B150CA3-B07B-429D-A15F-AE0184D5511B}" srcOrd="1" destOrd="0" presId="urn:microsoft.com/office/officeart/2008/layout/HorizontalMultiLevelHierarchy"/>
    <dgm:cxn modelId="{5CAF2F1C-36A6-4387-9060-5D936C17D71F}" type="presOf" srcId="{ECF784F3-5B9A-4BC9-A3FC-057CA8BE1D8D}" destId="{90863B8A-8C8F-4A7B-A94C-ED4D0D7B1ED0}" srcOrd="0" destOrd="0" presId="urn:microsoft.com/office/officeart/2008/layout/HorizontalMultiLevelHierarchy"/>
    <dgm:cxn modelId="{C229FD1C-73DD-294D-867B-3290FF6F399C}" srcId="{4FBA39A8-12FB-ED49-8C99-8E50A0D76B8A}" destId="{DD935572-2E26-6546-A40F-E06FE37F0E82}" srcOrd="0" destOrd="0" parTransId="{77E85A83-4308-4E46-ADEF-E19FA0466373}" sibTransId="{CE841578-4975-5D4D-B1F5-713F2F29D90F}"/>
    <dgm:cxn modelId="{C6F0EF1F-E60B-4A1D-AB34-E6813E3D4C78}" type="presOf" srcId="{CA34CDFD-088B-48CB-A0B3-B85F11C8EF7C}" destId="{77F5CB65-92F9-4915-BFD6-EC1CD766B5F8}" srcOrd="0" destOrd="0" presId="urn:microsoft.com/office/officeart/2008/layout/HorizontalMultiLevelHierarchy"/>
    <dgm:cxn modelId="{CD9B6820-30FA-4514-AE8F-1133409E4190}" srcId="{86D34C6E-CA7B-4287-ABA5-2A8235604B67}" destId="{CC874ECC-4C3A-4865-9A69-85E0DFF4C6F5}" srcOrd="0" destOrd="0" parTransId="{9F9C56ED-C1C2-4EE7-A982-B181447ECE2A}" sibTransId="{0981DF9B-CC73-4B02-B164-534852996F74}"/>
    <dgm:cxn modelId="{33391521-DB8D-4C60-9BA4-DF63D2DFECB1}" type="presOf" srcId="{A1C8B8F2-BD34-439B-84C6-EB3D589444E3}" destId="{D36F2BB2-A1DD-4B11-8209-D2FA91CFC31C}" srcOrd="1" destOrd="0" presId="urn:microsoft.com/office/officeart/2008/layout/HorizontalMultiLevelHierarchy"/>
    <dgm:cxn modelId="{2238F324-BA8F-E849-A3C6-7F3CA2561F24}" type="presOf" srcId="{DD935572-2E26-6546-A40F-E06FE37F0E82}" destId="{B8F633E7-A83B-A543-BA71-6179233A686F}" srcOrd="0" destOrd="0" presId="urn:microsoft.com/office/officeart/2008/layout/HorizontalMultiLevelHierarchy"/>
    <dgm:cxn modelId="{D2970228-E449-4EFA-BC64-6F24EDFD41EF}" type="presOf" srcId="{9F9C56ED-C1C2-4EE7-A982-B181447ECE2A}" destId="{7A561547-DF55-49B3-AD3A-0A1866CB1B50}" srcOrd="1" destOrd="0" presId="urn:microsoft.com/office/officeart/2008/layout/HorizontalMultiLevelHierarchy"/>
    <dgm:cxn modelId="{6528102D-AD2E-7B49-9F8B-A3A35AD721E2}" type="presOf" srcId="{45861AFA-B823-474E-A036-F7CED30C2473}" destId="{81AF7B1A-5B27-4145-90D0-4113DC3EC9FD}" srcOrd="0" destOrd="0" presId="urn:microsoft.com/office/officeart/2008/layout/HorizontalMultiLevelHierarchy"/>
    <dgm:cxn modelId="{BF90112D-045A-4C69-A744-11C527A7D216}" srcId="{471C8BFC-8154-41A8-BCFE-45E2022C4497}" destId="{86D34C6E-CA7B-4287-ABA5-2A8235604B67}" srcOrd="0" destOrd="0" parTransId="{A34DB196-500F-42D5-AD57-75BF8346FA4F}" sibTransId="{0409901E-5F62-44F7-8DE9-AE4472E6A3F9}"/>
    <dgm:cxn modelId="{C453742F-37DA-4DCF-8679-3E51D3FD067C}" type="presOf" srcId="{63B73F18-EA81-4547-BFF8-0ED80F90888D}" destId="{BCA7E6AB-64D9-4770-8BA5-AF92A510F1FC}" srcOrd="0" destOrd="0" presId="urn:microsoft.com/office/officeart/2008/layout/HorizontalMultiLevelHierarchy"/>
    <dgm:cxn modelId="{4A15D839-F4F7-B34C-9ABA-43E402890DDB}" type="presOf" srcId="{45861AFA-B823-474E-A036-F7CED30C2473}" destId="{9B2DE51F-7729-284A-AB35-A0E08E72E519}" srcOrd="1" destOrd="0" presId="urn:microsoft.com/office/officeart/2008/layout/HorizontalMultiLevelHierarchy"/>
    <dgm:cxn modelId="{55BF1A3B-CF99-48B2-A79E-D135DE73C3F3}" srcId="{63B73F18-EA81-4547-BFF8-0ED80F90888D}" destId="{FAD4C588-C6D9-4638-B320-EF88D7E34EB4}" srcOrd="0" destOrd="0" parTransId="{9326E839-96F0-4D53-BDF7-D8E5E47EE76E}" sibTransId="{32353789-EB6C-474E-827A-9936A2F0E348}"/>
    <dgm:cxn modelId="{0F17803F-4EBC-46FA-9A03-E1F3822BCF41}" type="presOf" srcId="{E8965649-523D-43EF-BC32-D422BD5B41DA}" destId="{A4E933DC-CCD1-4377-BB54-473900B3A8EC}" srcOrd="0" destOrd="0" presId="urn:microsoft.com/office/officeart/2008/layout/HorizontalMultiLevelHierarchy"/>
    <dgm:cxn modelId="{36EAA642-462A-4247-AC84-1EAEFE7A040F}" type="presOf" srcId="{A1C8B8F2-BD34-439B-84C6-EB3D589444E3}" destId="{9BA7F38C-3750-43FC-BAC7-F6CC4992D127}" srcOrd="0" destOrd="0" presId="urn:microsoft.com/office/officeart/2008/layout/HorizontalMultiLevelHierarchy"/>
    <dgm:cxn modelId="{9F33CE44-8113-9E4D-89D7-0B2D6F1B7CA4}" srcId="{009B20AB-6663-BF4E-9B32-55C849594348}" destId="{4FBA39A8-12FB-ED49-8C99-8E50A0D76B8A}" srcOrd="0" destOrd="0" parTransId="{E0C69463-BACE-3A47-8499-A04A2F440DCD}" sibTransId="{678C62D2-1EF6-F944-A257-0FF74C08DBA3}"/>
    <dgm:cxn modelId="{31B9C549-F803-45A1-BCE6-AB7BC91B13FA}" type="presOf" srcId="{EAFCE804-307A-4AD7-B553-ECD1B9485CBF}" destId="{E2F90FDB-F2C9-43F5-B585-280CF78BD930}" srcOrd="0" destOrd="0" presId="urn:microsoft.com/office/officeart/2008/layout/HorizontalMultiLevelHierarchy"/>
    <dgm:cxn modelId="{F504964F-FF32-4E77-8485-3DE6B79AFB7C}" type="presOf" srcId="{17E0C034-3C8D-4285-A069-799BBBE8A2DE}" destId="{E955E2D9-090D-464F-A01F-1E774D3ED970}" srcOrd="0" destOrd="0" presId="urn:microsoft.com/office/officeart/2008/layout/HorizontalMultiLevelHierarchy"/>
    <dgm:cxn modelId="{8EBCDB51-338C-4FD3-A8DA-FFFC745EB2F0}" type="presOf" srcId="{A34DB196-500F-42D5-AD57-75BF8346FA4F}" destId="{DD59CC5A-E441-418E-8012-5C65B773A3B1}" srcOrd="0" destOrd="0" presId="urn:microsoft.com/office/officeart/2008/layout/HorizontalMultiLevelHierarchy"/>
    <dgm:cxn modelId="{38898657-6F2B-449C-8AE4-1FC1400BA229}" type="presOf" srcId="{4D9D0FD5-DE50-42F7-896D-50B4A9D27384}" destId="{41CCC85B-2978-4FCC-837A-98E21A3807FA}" srcOrd="0" destOrd="0" presId="urn:microsoft.com/office/officeart/2008/layout/HorizontalMultiLevelHierarchy"/>
    <dgm:cxn modelId="{83A5B058-B734-4259-AD0B-AC025400D500}" srcId="{86D34C6E-CA7B-4287-ABA5-2A8235604B67}" destId="{EEF101EC-1B9C-44B2-9A94-E0CB4150A863}" srcOrd="2" destOrd="0" parTransId="{9E36A16C-5785-4D2B-AA57-C4E44C9CE915}" sibTransId="{BE3CF1DA-6135-4959-A221-79B75C273014}"/>
    <dgm:cxn modelId="{D6A3EE67-8B70-4B0D-99A8-68E9B505C888}" type="presOf" srcId="{D17BFC8D-8B3A-4019-A450-D92DA177CD9E}" destId="{24F84BB8-808E-46EC-AC45-E1A7E1829D85}" srcOrd="0" destOrd="0" presId="urn:microsoft.com/office/officeart/2008/layout/HorizontalMultiLevelHierarchy"/>
    <dgm:cxn modelId="{BA5B3A6B-6446-45A4-BF49-76FD2A7437CE}" srcId="{328281FA-F439-4988-BD09-6C8322B82A2A}" destId="{4D9D0FD5-DE50-42F7-896D-50B4A9D27384}" srcOrd="0" destOrd="0" parTransId="{CA34CDFD-088B-48CB-A0B3-B85F11C8EF7C}" sibTransId="{EB54E02E-1B19-485A-8B0E-6BF28172C1C2}"/>
    <dgm:cxn modelId="{3522FA6D-8FCE-C842-B466-AAE26CEF77E1}" type="presOf" srcId="{77E85A83-4308-4E46-ADEF-E19FA0466373}" destId="{895F1481-FBF4-254A-A140-6DA6F2882E4A}" srcOrd="0" destOrd="0" presId="urn:microsoft.com/office/officeart/2008/layout/HorizontalMultiLevelHierarchy"/>
    <dgm:cxn modelId="{062F536F-0997-431C-A51E-B299FB5B8B3E}" srcId="{86D34C6E-CA7B-4287-ABA5-2A8235604B67}" destId="{D17BFC8D-8B3A-4019-A450-D92DA177CD9E}" srcOrd="1" destOrd="0" parTransId="{DD3E7439-1F65-464D-AC35-6FD24D301B9F}" sibTransId="{5206B9F5-FE99-4259-A875-DE8C3A6FF543}"/>
    <dgm:cxn modelId="{B9F60B72-ECBE-4ADD-A946-082EAB6EB800}" srcId="{FAD4C588-C6D9-4638-B320-EF88D7E34EB4}" destId="{328281FA-F439-4988-BD09-6C8322B82A2A}" srcOrd="1" destOrd="0" parTransId="{B818CFA4-6666-443A-9EBB-8F7F6F521B03}" sibTransId="{BEBC7F8A-FE38-4C76-B6FB-490FF1E2C2C3}"/>
    <dgm:cxn modelId="{FF56F979-3CFD-B04C-8A84-ED497EF71831}" type="presOf" srcId="{009B20AB-6663-BF4E-9B32-55C849594348}" destId="{27BAD988-81A9-F54A-ADF2-382E55250D23}" srcOrd="0" destOrd="0" presId="urn:microsoft.com/office/officeart/2008/layout/HorizontalMultiLevelHierarchy"/>
    <dgm:cxn modelId="{9A09B27B-FC24-407A-A0C2-E958130D97BA}" type="presOf" srcId="{A34DB196-500F-42D5-AD57-75BF8346FA4F}" destId="{B898564D-F734-422B-B72A-72E031603BC4}" srcOrd="1" destOrd="0" presId="urn:microsoft.com/office/officeart/2008/layout/HorizontalMultiLevelHierarchy"/>
    <dgm:cxn modelId="{E5305C86-A174-49EF-91A9-700FD3384553}" type="presOf" srcId="{DD3E7439-1F65-464D-AC35-6FD24D301B9F}" destId="{8DAD9889-66A8-4665-8856-7F07AD9F7467}" srcOrd="1" destOrd="0" presId="urn:microsoft.com/office/officeart/2008/layout/HorizontalMultiLevelHierarchy"/>
    <dgm:cxn modelId="{2EA50B8E-087B-49CA-89FB-92C9FE965A44}" type="presOf" srcId="{CC874ECC-4C3A-4865-9A69-85E0DFF4C6F5}" destId="{6C984070-555A-4923-9B93-4DD772F2AA3E}" srcOrd="0" destOrd="0" presId="urn:microsoft.com/office/officeart/2008/layout/HorizontalMultiLevelHierarchy"/>
    <dgm:cxn modelId="{6A40F392-19A6-4602-AE43-A8311F4489A5}" type="presOf" srcId="{EEF101EC-1B9C-44B2-9A94-E0CB4150A863}" destId="{9BA92B15-5B80-413C-BFDF-3DC790179850}" srcOrd="0" destOrd="0" presId="urn:microsoft.com/office/officeart/2008/layout/HorizontalMultiLevelHierarchy"/>
    <dgm:cxn modelId="{99E2029B-5522-4CA9-8FF2-8E82C6160F66}" type="presOf" srcId="{9F9C56ED-C1C2-4EE7-A982-B181447ECE2A}" destId="{C0BDAC52-2E49-4DC8-A23B-6B4AEAFF33DB}" srcOrd="0" destOrd="0" presId="urn:microsoft.com/office/officeart/2008/layout/HorizontalMultiLevelHierarchy"/>
    <dgm:cxn modelId="{D5DA9CA1-A141-439E-944A-6E75F37D761B}" type="presOf" srcId="{471C8BFC-8154-41A8-BCFE-45E2022C4497}" destId="{2A3C123C-F183-4395-A3DB-4F7AEDE3A36B}" srcOrd="0" destOrd="0" presId="urn:microsoft.com/office/officeart/2008/layout/HorizontalMultiLevelHierarchy"/>
    <dgm:cxn modelId="{BAD3CCA5-786A-0F43-AF5F-C9EA4376A2CC}" type="presOf" srcId="{E0C69463-BACE-3A47-8499-A04A2F440DCD}" destId="{33777280-7424-C34D-BDD8-3CE67AEC6F55}" srcOrd="0" destOrd="0" presId="urn:microsoft.com/office/officeart/2008/layout/HorizontalMultiLevelHierarchy"/>
    <dgm:cxn modelId="{006F22AB-1948-45B4-9967-4FDCBCEC4D29}" type="presOf" srcId="{DD3E7439-1F65-464D-AC35-6FD24D301B9F}" destId="{07DAA2A5-6D3A-4EE7-8DDE-FDAE2E9FE7DF}" srcOrd="0" destOrd="0" presId="urn:microsoft.com/office/officeart/2008/layout/HorizontalMultiLevelHierarchy"/>
    <dgm:cxn modelId="{4B9C2CB9-3880-45A9-BBD1-504CA67CF9AB}" type="presOf" srcId="{86D34C6E-CA7B-4287-ABA5-2A8235604B67}" destId="{9B23B078-2F37-4753-827A-4DC7F5953D4A}" srcOrd="0" destOrd="0" presId="urn:microsoft.com/office/officeart/2008/layout/HorizontalMultiLevelHierarchy"/>
    <dgm:cxn modelId="{C35C66B9-4F5D-4DA0-AC98-E4B7D620385F}" type="presOf" srcId="{FAD4C588-C6D9-4638-B320-EF88D7E34EB4}" destId="{8A677DE5-C0D5-41AC-8CDE-066B90CD2848}" srcOrd="0" destOrd="0" presId="urn:microsoft.com/office/officeart/2008/layout/HorizontalMultiLevelHierarchy"/>
    <dgm:cxn modelId="{18E917BC-C169-7A43-91BE-60A5C9952233}" srcId="{FAD4C588-C6D9-4638-B320-EF88D7E34EB4}" destId="{009B20AB-6663-BF4E-9B32-55C849594348}" srcOrd="3" destOrd="0" parTransId="{45861AFA-B823-474E-A036-F7CED30C2473}" sibTransId="{F2DD26DF-3C5F-1444-98E0-BC0A9B0962AC}"/>
    <dgm:cxn modelId="{E41099BC-68B5-1147-AA52-D24F0ACB184D}" type="presOf" srcId="{4FBA39A8-12FB-ED49-8C99-8E50A0D76B8A}" destId="{DA23EF72-17A2-6D40-B22D-F1D4025927E0}" srcOrd="0" destOrd="0" presId="urn:microsoft.com/office/officeart/2008/layout/HorizontalMultiLevelHierarchy"/>
    <dgm:cxn modelId="{DFCA07D3-016E-4450-B011-CE7C502DB0AE}" srcId="{3A51636A-E6E3-4159-8A9D-84E2CE54B3AB}" destId="{E8965649-523D-43EF-BC32-D422BD5B41DA}" srcOrd="0" destOrd="0" parTransId="{ECF784F3-5B9A-4BC9-A3FC-057CA8BE1D8D}" sibTransId="{2A1F6683-E3D1-40D3-9F6C-D8D94603E44A}"/>
    <dgm:cxn modelId="{2850E0D5-D02B-4516-AB89-5B7E8ECF8055}" type="presOf" srcId="{3A51636A-E6E3-4159-8A9D-84E2CE54B3AB}" destId="{6CAEC8C0-9E94-4EDE-B715-7B60D0C45154}" srcOrd="0" destOrd="0" presId="urn:microsoft.com/office/officeart/2008/layout/HorizontalMultiLevelHierarchy"/>
    <dgm:cxn modelId="{43F938D9-AE0A-4A93-91CB-D6FA87E3E3EA}" type="presOf" srcId="{B818CFA4-6666-443A-9EBB-8F7F6F521B03}" destId="{F6117505-EC3C-497E-B7F1-102BEB9C8A01}" srcOrd="1" destOrd="0" presId="urn:microsoft.com/office/officeart/2008/layout/HorizontalMultiLevelHierarchy"/>
    <dgm:cxn modelId="{7BF2E7DE-7BE1-44B0-92D7-1CD406A92AE6}" type="presOf" srcId="{CA34CDFD-088B-48CB-A0B3-B85F11C8EF7C}" destId="{9164EA54-8224-4D42-B119-B84F943FF5AD}" srcOrd="1" destOrd="0" presId="urn:microsoft.com/office/officeart/2008/layout/HorizontalMultiLevelHierarchy"/>
    <dgm:cxn modelId="{C8D687EF-A605-49BB-9C5A-9D700C684BBF}" type="presOf" srcId="{B818CFA4-6666-443A-9EBB-8F7F6F521B03}" destId="{B0EA2BB6-4913-4711-AE5E-AE7AB8303DD6}" srcOrd="0" destOrd="0" presId="urn:microsoft.com/office/officeart/2008/layout/HorizontalMultiLevelHierarchy"/>
    <dgm:cxn modelId="{C24815F5-CA83-0E41-97B4-970A133575C1}" type="presOf" srcId="{77E85A83-4308-4E46-ADEF-E19FA0466373}" destId="{5020023F-2724-8B4C-86FF-91D9406FF6B4}" srcOrd="1" destOrd="0" presId="urn:microsoft.com/office/officeart/2008/layout/HorizontalMultiLevelHierarchy"/>
    <dgm:cxn modelId="{A3C309F9-8A94-4716-8B9D-D0F2CD4376A3}" srcId="{FAD4C588-C6D9-4638-B320-EF88D7E34EB4}" destId="{3A51636A-E6E3-4159-8A9D-84E2CE54B3AB}" srcOrd="2" destOrd="0" parTransId="{A1C8B8F2-BD34-439B-84C6-EB3D589444E3}" sibTransId="{3F9C7219-6AC6-4CBF-B3C2-E75C18EF5FD4}"/>
    <dgm:cxn modelId="{B25567FA-9F53-404B-BBCE-EC26BF4B38EE}" srcId="{86D34C6E-CA7B-4287-ABA5-2A8235604B67}" destId="{17E0C034-3C8D-4285-A069-799BBBE8A2DE}" srcOrd="3" destOrd="0" parTransId="{EAFCE804-307A-4AD7-B553-ECD1B9485CBF}" sibTransId="{82F753A9-ED26-4450-9928-05A237840E14}"/>
    <dgm:cxn modelId="{A53079FB-8992-42EE-A360-4EB44CE46585}" type="presOf" srcId="{EAFCE804-307A-4AD7-B553-ECD1B9485CBF}" destId="{61AB3DBD-9302-468D-B645-C2076ED70C27}" srcOrd="1" destOrd="0" presId="urn:microsoft.com/office/officeart/2008/layout/HorizontalMultiLevelHierarchy"/>
    <dgm:cxn modelId="{803C6AFE-BE2C-4B41-A248-C33D7A6083CC}" type="presOf" srcId="{E0C69463-BACE-3A47-8499-A04A2F440DCD}" destId="{F282FDA6-36AB-7B49-8765-3F06C1033E01}" srcOrd="1" destOrd="0" presId="urn:microsoft.com/office/officeart/2008/layout/HorizontalMultiLevelHierarchy"/>
    <dgm:cxn modelId="{7AE4BDB4-71A0-41B8-9A60-F498EAB99FFC}" type="presParOf" srcId="{BCA7E6AB-64D9-4770-8BA5-AF92A510F1FC}" destId="{3251422A-DAC7-4F76-B2EE-C1A806F1D7A5}" srcOrd="0" destOrd="0" presId="urn:microsoft.com/office/officeart/2008/layout/HorizontalMultiLevelHierarchy"/>
    <dgm:cxn modelId="{327DAA09-D7DE-4F10-89B1-A6F6BB653AF7}" type="presParOf" srcId="{3251422A-DAC7-4F76-B2EE-C1A806F1D7A5}" destId="{8A677DE5-C0D5-41AC-8CDE-066B90CD2848}" srcOrd="0" destOrd="0" presId="urn:microsoft.com/office/officeart/2008/layout/HorizontalMultiLevelHierarchy"/>
    <dgm:cxn modelId="{AF655708-CCF7-4D29-98CE-05A0D1FF963C}" type="presParOf" srcId="{3251422A-DAC7-4F76-B2EE-C1A806F1D7A5}" destId="{81648E6B-942B-4416-88A3-DBA59B60BC8E}" srcOrd="1" destOrd="0" presId="urn:microsoft.com/office/officeart/2008/layout/HorizontalMultiLevelHierarchy"/>
    <dgm:cxn modelId="{FB3D23A3-B4E3-4E46-8249-363379B10A44}" type="presParOf" srcId="{81648E6B-942B-4416-88A3-DBA59B60BC8E}" destId="{1900A058-3F83-4196-9E33-7BD2C637D8EF}" srcOrd="0" destOrd="0" presId="urn:microsoft.com/office/officeart/2008/layout/HorizontalMultiLevelHierarchy"/>
    <dgm:cxn modelId="{4B7E83CD-D57A-4E0B-9F00-A3A469FB64CE}" type="presParOf" srcId="{1900A058-3F83-4196-9E33-7BD2C637D8EF}" destId="{FDB3508B-EA24-4B64-AFB4-D35B7EA06D12}" srcOrd="0" destOrd="0" presId="urn:microsoft.com/office/officeart/2008/layout/HorizontalMultiLevelHierarchy"/>
    <dgm:cxn modelId="{07076387-99AA-4862-A311-E13D4DBB3181}" type="presParOf" srcId="{81648E6B-942B-4416-88A3-DBA59B60BC8E}" destId="{727D5B67-225B-4876-8388-94F728318EAE}" srcOrd="1" destOrd="0" presId="urn:microsoft.com/office/officeart/2008/layout/HorizontalMultiLevelHierarchy"/>
    <dgm:cxn modelId="{87E4A199-D451-412F-B5F5-C4AF303E7103}" type="presParOf" srcId="{727D5B67-225B-4876-8388-94F728318EAE}" destId="{2A3C123C-F183-4395-A3DB-4F7AEDE3A36B}" srcOrd="0" destOrd="0" presId="urn:microsoft.com/office/officeart/2008/layout/HorizontalMultiLevelHierarchy"/>
    <dgm:cxn modelId="{B62B4B5C-7E66-429B-9783-E1E22BB52E8C}" type="presParOf" srcId="{727D5B67-225B-4876-8388-94F728318EAE}" destId="{4598B73B-7625-460D-848D-9E21C59CA27A}" srcOrd="1" destOrd="0" presId="urn:microsoft.com/office/officeart/2008/layout/HorizontalMultiLevelHierarchy"/>
    <dgm:cxn modelId="{57D5F203-D424-46E9-A69B-44C29C4489AD}" type="presParOf" srcId="{4598B73B-7625-460D-848D-9E21C59CA27A}" destId="{DD59CC5A-E441-418E-8012-5C65B773A3B1}" srcOrd="0" destOrd="0" presId="urn:microsoft.com/office/officeart/2008/layout/HorizontalMultiLevelHierarchy"/>
    <dgm:cxn modelId="{F77C2455-5A63-4D9C-8ED1-5EF89F5E9B53}" type="presParOf" srcId="{DD59CC5A-E441-418E-8012-5C65B773A3B1}" destId="{B898564D-F734-422B-B72A-72E031603BC4}" srcOrd="0" destOrd="0" presId="urn:microsoft.com/office/officeart/2008/layout/HorizontalMultiLevelHierarchy"/>
    <dgm:cxn modelId="{5E63C4CB-E656-4E0D-9099-231CC5B7BED5}" type="presParOf" srcId="{4598B73B-7625-460D-848D-9E21C59CA27A}" destId="{49021938-3885-4414-8190-6FA32997C5E5}" srcOrd="1" destOrd="0" presId="urn:microsoft.com/office/officeart/2008/layout/HorizontalMultiLevelHierarchy"/>
    <dgm:cxn modelId="{944A8A4A-F3F1-4D89-A5D8-AAD8EB2EF7CD}" type="presParOf" srcId="{49021938-3885-4414-8190-6FA32997C5E5}" destId="{9B23B078-2F37-4753-827A-4DC7F5953D4A}" srcOrd="0" destOrd="0" presId="urn:microsoft.com/office/officeart/2008/layout/HorizontalMultiLevelHierarchy"/>
    <dgm:cxn modelId="{D98498CF-8019-4272-B02D-B88B9018104F}" type="presParOf" srcId="{49021938-3885-4414-8190-6FA32997C5E5}" destId="{69C6982A-11E3-40D3-81B2-3F9C84F29100}" srcOrd="1" destOrd="0" presId="urn:microsoft.com/office/officeart/2008/layout/HorizontalMultiLevelHierarchy"/>
    <dgm:cxn modelId="{53912BD4-2068-4B2A-9857-00357759685F}" type="presParOf" srcId="{69C6982A-11E3-40D3-81B2-3F9C84F29100}" destId="{C0BDAC52-2E49-4DC8-A23B-6B4AEAFF33DB}" srcOrd="0" destOrd="0" presId="urn:microsoft.com/office/officeart/2008/layout/HorizontalMultiLevelHierarchy"/>
    <dgm:cxn modelId="{CAC4098A-E071-43C7-A7F8-21EC330A2D20}" type="presParOf" srcId="{C0BDAC52-2E49-4DC8-A23B-6B4AEAFF33DB}" destId="{7A561547-DF55-49B3-AD3A-0A1866CB1B50}" srcOrd="0" destOrd="0" presId="urn:microsoft.com/office/officeart/2008/layout/HorizontalMultiLevelHierarchy"/>
    <dgm:cxn modelId="{013B27C4-D018-42D2-A0CB-A169D2972762}" type="presParOf" srcId="{69C6982A-11E3-40D3-81B2-3F9C84F29100}" destId="{8890E162-D391-4C47-8FA7-1CEF00A0FF9D}" srcOrd="1" destOrd="0" presId="urn:microsoft.com/office/officeart/2008/layout/HorizontalMultiLevelHierarchy"/>
    <dgm:cxn modelId="{EC5FE068-30EA-4E3D-AA6E-49D7BA278AEA}" type="presParOf" srcId="{8890E162-D391-4C47-8FA7-1CEF00A0FF9D}" destId="{6C984070-555A-4923-9B93-4DD772F2AA3E}" srcOrd="0" destOrd="0" presId="urn:microsoft.com/office/officeart/2008/layout/HorizontalMultiLevelHierarchy"/>
    <dgm:cxn modelId="{2B1D23A7-DCFD-4C6A-B7F6-7559FB7F024C}" type="presParOf" srcId="{8890E162-D391-4C47-8FA7-1CEF00A0FF9D}" destId="{F9334A12-2530-4D93-8BD5-F5755C85F4B1}" srcOrd="1" destOrd="0" presId="urn:microsoft.com/office/officeart/2008/layout/HorizontalMultiLevelHierarchy"/>
    <dgm:cxn modelId="{657DA0FD-2899-4C51-857F-7788B53F2BE8}" type="presParOf" srcId="{69C6982A-11E3-40D3-81B2-3F9C84F29100}" destId="{07DAA2A5-6D3A-4EE7-8DDE-FDAE2E9FE7DF}" srcOrd="2" destOrd="0" presId="urn:microsoft.com/office/officeart/2008/layout/HorizontalMultiLevelHierarchy"/>
    <dgm:cxn modelId="{510A834E-EE45-4613-AAE8-69596875B8E1}" type="presParOf" srcId="{07DAA2A5-6D3A-4EE7-8DDE-FDAE2E9FE7DF}" destId="{8DAD9889-66A8-4665-8856-7F07AD9F7467}" srcOrd="0" destOrd="0" presId="urn:microsoft.com/office/officeart/2008/layout/HorizontalMultiLevelHierarchy"/>
    <dgm:cxn modelId="{65798433-0049-4893-B830-BDDEC2454EB3}" type="presParOf" srcId="{69C6982A-11E3-40D3-81B2-3F9C84F29100}" destId="{932AC521-049F-4FF5-AC11-851E558DF42C}" srcOrd="3" destOrd="0" presId="urn:microsoft.com/office/officeart/2008/layout/HorizontalMultiLevelHierarchy"/>
    <dgm:cxn modelId="{444CEDCC-C0C5-4BC3-B8AA-892E8EAC4454}" type="presParOf" srcId="{932AC521-049F-4FF5-AC11-851E558DF42C}" destId="{24F84BB8-808E-46EC-AC45-E1A7E1829D85}" srcOrd="0" destOrd="0" presId="urn:microsoft.com/office/officeart/2008/layout/HorizontalMultiLevelHierarchy"/>
    <dgm:cxn modelId="{9A0E3E5A-F0E7-4F53-9604-D3906D2AD4E2}" type="presParOf" srcId="{932AC521-049F-4FF5-AC11-851E558DF42C}" destId="{CA9A6EBE-56EC-49F3-B84E-C41EC163DBB5}" srcOrd="1" destOrd="0" presId="urn:microsoft.com/office/officeart/2008/layout/HorizontalMultiLevelHierarchy"/>
    <dgm:cxn modelId="{03EDFE31-F764-4399-9881-25F39AF6B125}" type="presParOf" srcId="{69C6982A-11E3-40D3-81B2-3F9C84F29100}" destId="{84388261-728E-4471-85CB-B757044741C9}" srcOrd="4" destOrd="0" presId="urn:microsoft.com/office/officeart/2008/layout/HorizontalMultiLevelHierarchy"/>
    <dgm:cxn modelId="{982833F8-6802-4E0D-AE75-465E7F774E4B}" type="presParOf" srcId="{84388261-728E-4471-85CB-B757044741C9}" destId="{7B150CA3-B07B-429D-A15F-AE0184D5511B}" srcOrd="0" destOrd="0" presId="urn:microsoft.com/office/officeart/2008/layout/HorizontalMultiLevelHierarchy"/>
    <dgm:cxn modelId="{B9100AD0-6B4A-42B8-9D7C-7CF03DEE64BD}" type="presParOf" srcId="{69C6982A-11E3-40D3-81B2-3F9C84F29100}" destId="{16B93ED6-FF40-43BB-94CC-476039C7D4AD}" srcOrd="5" destOrd="0" presId="urn:microsoft.com/office/officeart/2008/layout/HorizontalMultiLevelHierarchy"/>
    <dgm:cxn modelId="{3B37CD51-FCF2-4156-83A6-C3D59CCDE48A}" type="presParOf" srcId="{16B93ED6-FF40-43BB-94CC-476039C7D4AD}" destId="{9BA92B15-5B80-413C-BFDF-3DC790179850}" srcOrd="0" destOrd="0" presId="urn:microsoft.com/office/officeart/2008/layout/HorizontalMultiLevelHierarchy"/>
    <dgm:cxn modelId="{73376754-5535-43FC-BBF4-F3B2B49554B1}" type="presParOf" srcId="{16B93ED6-FF40-43BB-94CC-476039C7D4AD}" destId="{EA860EB4-CC54-44AC-BB48-E0191D8579D5}" srcOrd="1" destOrd="0" presId="urn:microsoft.com/office/officeart/2008/layout/HorizontalMultiLevelHierarchy"/>
    <dgm:cxn modelId="{AFA2F866-050C-4668-8F6B-546F2E297DD3}" type="presParOf" srcId="{69C6982A-11E3-40D3-81B2-3F9C84F29100}" destId="{E2F90FDB-F2C9-43F5-B585-280CF78BD930}" srcOrd="6" destOrd="0" presId="urn:microsoft.com/office/officeart/2008/layout/HorizontalMultiLevelHierarchy"/>
    <dgm:cxn modelId="{48C31A53-B610-4D44-B2EB-E5EA6DB30EBD}" type="presParOf" srcId="{E2F90FDB-F2C9-43F5-B585-280CF78BD930}" destId="{61AB3DBD-9302-468D-B645-C2076ED70C27}" srcOrd="0" destOrd="0" presId="urn:microsoft.com/office/officeart/2008/layout/HorizontalMultiLevelHierarchy"/>
    <dgm:cxn modelId="{FD92A656-8E93-4FF8-BC3D-B3B4991E9D53}" type="presParOf" srcId="{69C6982A-11E3-40D3-81B2-3F9C84F29100}" destId="{2AE675F4-294A-4A05-AFAE-063AEBE8F11A}" srcOrd="7" destOrd="0" presId="urn:microsoft.com/office/officeart/2008/layout/HorizontalMultiLevelHierarchy"/>
    <dgm:cxn modelId="{9F8A1BBB-2C60-428D-AFD1-15EE7B7A1FEF}" type="presParOf" srcId="{2AE675F4-294A-4A05-AFAE-063AEBE8F11A}" destId="{E955E2D9-090D-464F-A01F-1E774D3ED970}" srcOrd="0" destOrd="0" presId="urn:microsoft.com/office/officeart/2008/layout/HorizontalMultiLevelHierarchy"/>
    <dgm:cxn modelId="{D59C9D79-33E1-4A20-8680-2B6612E41BEB}" type="presParOf" srcId="{2AE675F4-294A-4A05-AFAE-063AEBE8F11A}" destId="{3A56B927-9432-4B22-8FDE-3ACBEDA7B3A7}" srcOrd="1" destOrd="0" presId="urn:microsoft.com/office/officeart/2008/layout/HorizontalMultiLevelHierarchy"/>
    <dgm:cxn modelId="{82D83BD8-9B22-48C2-A21A-77988E4C8247}" type="presParOf" srcId="{81648E6B-942B-4416-88A3-DBA59B60BC8E}" destId="{B0EA2BB6-4913-4711-AE5E-AE7AB8303DD6}" srcOrd="2" destOrd="0" presId="urn:microsoft.com/office/officeart/2008/layout/HorizontalMultiLevelHierarchy"/>
    <dgm:cxn modelId="{7A25E552-B978-4215-B7F4-8D29E8556D22}" type="presParOf" srcId="{B0EA2BB6-4913-4711-AE5E-AE7AB8303DD6}" destId="{F6117505-EC3C-497E-B7F1-102BEB9C8A01}" srcOrd="0" destOrd="0" presId="urn:microsoft.com/office/officeart/2008/layout/HorizontalMultiLevelHierarchy"/>
    <dgm:cxn modelId="{84AEEA41-3340-41F9-BA11-3D361AE3C5EE}" type="presParOf" srcId="{81648E6B-942B-4416-88A3-DBA59B60BC8E}" destId="{A8AE7129-AA2B-424A-966C-581E0D432FF5}" srcOrd="3" destOrd="0" presId="urn:microsoft.com/office/officeart/2008/layout/HorizontalMultiLevelHierarchy"/>
    <dgm:cxn modelId="{1F372788-AF31-40E7-85FD-79E3957F9F8C}" type="presParOf" srcId="{A8AE7129-AA2B-424A-966C-581E0D432FF5}" destId="{A8EC3B3D-34DE-488A-807F-3F45A51031EF}" srcOrd="0" destOrd="0" presId="urn:microsoft.com/office/officeart/2008/layout/HorizontalMultiLevelHierarchy"/>
    <dgm:cxn modelId="{73BED84B-10E2-43FF-80F0-BE3F71B72F4F}" type="presParOf" srcId="{A8AE7129-AA2B-424A-966C-581E0D432FF5}" destId="{C9073904-15C9-4FCD-9448-62F687CE87E5}" srcOrd="1" destOrd="0" presId="urn:microsoft.com/office/officeart/2008/layout/HorizontalMultiLevelHierarchy"/>
    <dgm:cxn modelId="{27ACE1C5-01E9-40A1-B01B-FE88843FCF2D}" type="presParOf" srcId="{C9073904-15C9-4FCD-9448-62F687CE87E5}" destId="{77F5CB65-92F9-4915-BFD6-EC1CD766B5F8}" srcOrd="0" destOrd="0" presId="urn:microsoft.com/office/officeart/2008/layout/HorizontalMultiLevelHierarchy"/>
    <dgm:cxn modelId="{2DAB42D7-6469-494B-BE63-974D5561C2BC}" type="presParOf" srcId="{77F5CB65-92F9-4915-BFD6-EC1CD766B5F8}" destId="{9164EA54-8224-4D42-B119-B84F943FF5AD}" srcOrd="0" destOrd="0" presId="urn:microsoft.com/office/officeart/2008/layout/HorizontalMultiLevelHierarchy"/>
    <dgm:cxn modelId="{6D544EDE-DBFD-4ECC-99F2-7DDE07452925}" type="presParOf" srcId="{C9073904-15C9-4FCD-9448-62F687CE87E5}" destId="{A6742B92-1D9F-4319-8FC8-844DB079CC26}" srcOrd="1" destOrd="0" presId="urn:microsoft.com/office/officeart/2008/layout/HorizontalMultiLevelHierarchy"/>
    <dgm:cxn modelId="{AD070A58-65EA-4A5B-9D15-A386D09B0724}" type="presParOf" srcId="{A6742B92-1D9F-4319-8FC8-844DB079CC26}" destId="{41CCC85B-2978-4FCC-837A-98E21A3807FA}" srcOrd="0" destOrd="0" presId="urn:microsoft.com/office/officeart/2008/layout/HorizontalMultiLevelHierarchy"/>
    <dgm:cxn modelId="{1789C855-0B3B-45C5-8C9B-6070A598FCE6}" type="presParOf" srcId="{A6742B92-1D9F-4319-8FC8-844DB079CC26}" destId="{09E559A3-2F79-4F33-9502-1136EB539B6F}" srcOrd="1" destOrd="0" presId="urn:microsoft.com/office/officeart/2008/layout/HorizontalMultiLevelHierarchy"/>
    <dgm:cxn modelId="{FF25FCB8-702C-4D7E-BEA4-4DCBFD72C0D3}" type="presParOf" srcId="{81648E6B-942B-4416-88A3-DBA59B60BC8E}" destId="{9BA7F38C-3750-43FC-BAC7-F6CC4992D127}" srcOrd="4" destOrd="0" presId="urn:microsoft.com/office/officeart/2008/layout/HorizontalMultiLevelHierarchy"/>
    <dgm:cxn modelId="{954EECF8-3F03-42AB-8274-D08BF707A6C5}" type="presParOf" srcId="{9BA7F38C-3750-43FC-BAC7-F6CC4992D127}" destId="{D36F2BB2-A1DD-4B11-8209-D2FA91CFC31C}" srcOrd="0" destOrd="0" presId="urn:microsoft.com/office/officeart/2008/layout/HorizontalMultiLevelHierarchy"/>
    <dgm:cxn modelId="{D842F009-69B5-441D-AC85-0E79E9D47870}" type="presParOf" srcId="{81648E6B-942B-4416-88A3-DBA59B60BC8E}" destId="{F43B999D-987F-43E1-A479-901FF312C9D9}" srcOrd="5" destOrd="0" presId="urn:microsoft.com/office/officeart/2008/layout/HorizontalMultiLevelHierarchy"/>
    <dgm:cxn modelId="{DC83A566-B140-44DD-9FE8-AFBCF575A905}" type="presParOf" srcId="{F43B999D-987F-43E1-A479-901FF312C9D9}" destId="{6CAEC8C0-9E94-4EDE-B715-7B60D0C45154}" srcOrd="0" destOrd="0" presId="urn:microsoft.com/office/officeart/2008/layout/HorizontalMultiLevelHierarchy"/>
    <dgm:cxn modelId="{3BA0F3B1-5DDE-4F34-916B-08F3ECECA9E2}" type="presParOf" srcId="{F43B999D-987F-43E1-A479-901FF312C9D9}" destId="{BEC7FA14-3BBE-4FD4-9B34-80383018717A}" srcOrd="1" destOrd="0" presId="urn:microsoft.com/office/officeart/2008/layout/HorizontalMultiLevelHierarchy"/>
    <dgm:cxn modelId="{2E91B95C-C07F-4966-89B4-A61286C302D8}" type="presParOf" srcId="{BEC7FA14-3BBE-4FD4-9B34-80383018717A}" destId="{90863B8A-8C8F-4A7B-A94C-ED4D0D7B1ED0}" srcOrd="0" destOrd="0" presId="urn:microsoft.com/office/officeart/2008/layout/HorizontalMultiLevelHierarchy"/>
    <dgm:cxn modelId="{349830BC-2FB0-4518-8F6C-3EA59796723F}" type="presParOf" srcId="{90863B8A-8C8F-4A7B-A94C-ED4D0D7B1ED0}" destId="{6DE62FE3-D3F5-40FC-87DA-8499316EB322}" srcOrd="0" destOrd="0" presId="urn:microsoft.com/office/officeart/2008/layout/HorizontalMultiLevelHierarchy"/>
    <dgm:cxn modelId="{DA30EB49-4046-4AEB-B154-6D9C630921C8}" type="presParOf" srcId="{BEC7FA14-3BBE-4FD4-9B34-80383018717A}" destId="{6F605CA6-935E-4E2B-931F-AB7E8690311B}" srcOrd="1" destOrd="0" presId="urn:microsoft.com/office/officeart/2008/layout/HorizontalMultiLevelHierarchy"/>
    <dgm:cxn modelId="{93B2E06C-65C0-4AFA-9A2D-EB8ED7B8C72A}" type="presParOf" srcId="{6F605CA6-935E-4E2B-931F-AB7E8690311B}" destId="{A4E933DC-CCD1-4377-BB54-473900B3A8EC}" srcOrd="0" destOrd="0" presId="urn:microsoft.com/office/officeart/2008/layout/HorizontalMultiLevelHierarchy"/>
    <dgm:cxn modelId="{9AC4C0AE-FA28-4857-8FD5-79A9DEA9ADC0}" type="presParOf" srcId="{6F605CA6-935E-4E2B-931F-AB7E8690311B}" destId="{E9C58186-F256-491C-81B4-DFE8B9699ACF}" srcOrd="1" destOrd="0" presId="urn:microsoft.com/office/officeart/2008/layout/HorizontalMultiLevelHierarchy"/>
    <dgm:cxn modelId="{F82CAF8D-6D21-6C42-A76E-C6122893E21F}" type="presParOf" srcId="{81648E6B-942B-4416-88A3-DBA59B60BC8E}" destId="{81AF7B1A-5B27-4145-90D0-4113DC3EC9FD}" srcOrd="6" destOrd="0" presId="urn:microsoft.com/office/officeart/2008/layout/HorizontalMultiLevelHierarchy"/>
    <dgm:cxn modelId="{6A146132-A2FA-BE4C-A5F1-3FE0BBC05089}" type="presParOf" srcId="{81AF7B1A-5B27-4145-90D0-4113DC3EC9FD}" destId="{9B2DE51F-7729-284A-AB35-A0E08E72E519}" srcOrd="0" destOrd="0" presId="urn:microsoft.com/office/officeart/2008/layout/HorizontalMultiLevelHierarchy"/>
    <dgm:cxn modelId="{5E0EE588-3C3B-B445-A0E1-471240A77E99}" type="presParOf" srcId="{81648E6B-942B-4416-88A3-DBA59B60BC8E}" destId="{B254DD62-ED4E-814D-B179-0C5E309D80ED}" srcOrd="7" destOrd="0" presId="urn:microsoft.com/office/officeart/2008/layout/HorizontalMultiLevelHierarchy"/>
    <dgm:cxn modelId="{C7AE4382-B4E6-294E-BE4B-E4F20B322236}" type="presParOf" srcId="{B254DD62-ED4E-814D-B179-0C5E309D80ED}" destId="{27BAD988-81A9-F54A-ADF2-382E55250D23}" srcOrd="0" destOrd="0" presId="urn:microsoft.com/office/officeart/2008/layout/HorizontalMultiLevelHierarchy"/>
    <dgm:cxn modelId="{AA9CA22D-11A7-A04D-906E-5EB440DDE6B4}" type="presParOf" srcId="{B254DD62-ED4E-814D-B179-0C5E309D80ED}" destId="{E018120B-2256-5449-8C18-02ABF4DC3B29}" srcOrd="1" destOrd="0" presId="urn:microsoft.com/office/officeart/2008/layout/HorizontalMultiLevelHierarchy"/>
    <dgm:cxn modelId="{585DFBEB-C008-D64F-ABDB-5CD4CBF2FED5}" type="presParOf" srcId="{E018120B-2256-5449-8C18-02ABF4DC3B29}" destId="{33777280-7424-C34D-BDD8-3CE67AEC6F55}" srcOrd="0" destOrd="0" presId="urn:microsoft.com/office/officeart/2008/layout/HorizontalMultiLevelHierarchy"/>
    <dgm:cxn modelId="{3EC3E998-9FF5-E14E-90A1-A609D2D66584}" type="presParOf" srcId="{33777280-7424-C34D-BDD8-3CE67AEC6F55}" destId="{F282FDA6-36AB-7B49-8765-3F06C1033E01}" srcOrd="0" destOrd="0" presId="urn:microsoft.com/office/officeart/2008/layout/HorizontalMultiLevelHierarchy"/>
    <dgm:cxn modelId="{49F7267D-D67C-4E46-AA38-8910605BF8D9}" type="presParOf" srcId="{E018120B-2256-5449-8C18-02ABF4DC3B29}" destId="{AEA13141-AF3A-554B-BBC2-A1DAA4AB942B}" srcOrd="1" destOrd="0" presId="urn:microsoft.com/office/officeart/2008/layout/HorizontalMultiLevelHierarchy"/>
    <dgm:cxn modelId="{3DAD182D-349E-7840-AE80-55E8C045863A}" type="presParOf" srcId="{AEA13141-AF3A-554B-BBC2-A1DAA4AB942B}" destId="{DA23EF72-17A2-6D40-B22D-F1D4025927E0}" srcOrd="0" destOrd="0" presId="urn:microsoft.com/office/officeart/2008/layout/HorizontalMultiLevelHierarchy"/>
    <dgm:cxn modelId="{84F9E6DA-B957-A849-B21A-6F70CCBA2073}" type="presParOf" srcId="{AEA13141-AF3A-554B-BBC2-A1DAA4AB942B}" destId="{3ABF8530-E823-D649-A0F5-E04B19100F18}" srcOrd="1" destOrd="0" presId="urn:microsoft.com/office/officeart/2008/layout/HorizontalMultiLevelHierarchy"/>
    <dgm:cxn modelId="{5DC84D29-82F4-F54E-9888-62BEDAAF4EEB}" type="presParOf" srcId="{3ABF8530-E823-D649-A0F5-E04B19100F18}" destId="{895F1481-FBF4-254A-A140-6DA6F2882E4A}" srcOrd="0" destOrd="0" presId="urn:microsoft.com/office/officeart/2008/layout/HorizontalMultiLevelHierarchy"/>
    <dgm:cxn modelId="{0FFAE2EE-28DE-FF4B-AA86-8DA2ACC2B2B7}" type="presParOf" srcId="{895F1481-FBF4-254A-A140-6DA6F2882E4A}" destId="{5020023F-2724-8B4C-86FF-91D9406FF6B4}" srcOrd="0" destOrd="0" presId="urn:microsoft.com/office/officeart/2008/layout/HorizontalMultiLevelHierarchy"/>
    <dgm:cxn modelId="{D92ACF6F-CCFD-EF4C-8E70-DE895F960253}" type="presParOf" srcId="{3ABF8530-E823-D649-A0F5-E04B19100F18}" destId="{DBE43594-0B4C-7247-9AB2-C9E4D5E2C45D}" srcOrd="1" destOrd="0" presId="urn:microsoft.com/office/officeart/2008/layout/HorizontalMultiLevelHierarchy"/>
    <dgm:cxn modelId="{68060E80-608B-AE48-BCF0-04A44ABFBC10}" type="presParOf" srcId="{DBE43594-0B4C-7247-9AB2-C9E4D5E2C45D}" destId="{B8F633E7-A83B-A543-BA71-6179233A686F}" srcOrd="0" destOrd="0" presId="urn:microsoft.com/office/officeart/2008/layout/HorizontalMultiLevelHierarchy"/>
    <dgm:cxn modelId="{38EC4C89-F4F9-3841-8481-B19B3C9E4E87}" type="presParOf" srcId="{DBE43594-0B4C-7247-9AB2-C9E4D5E2C45D}" destId="{401654E5-BC26-074F-9A4B-2FBCE3B5F05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F1481-FBF4-254A-A140-6DA6F2882E4A}">
      <dsp:nvSpPr>
        <dsp:cNvPr id="0" name=""/>
        <dsp:cNvSpPr/>
      </dsp:nvSpPr>
      <dsp:spPr>
        <a:xfrm>
          <a:off x="4481165" y="3826792"/>
          <a:ext cx="311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1669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4629208" y="3864720"/>
        <a:ext cx="15583" cy="15583"/>
      </dsp:txXfrm>
    </dsp:sp>
    <dsp:sp modelId="{33777280-7424-C34D-BDD8-3CE67AEC6F55}">
      <dsp:nvSpPr>
        <dsp:cNvPr id="0" name=""/>
        <dsp:cNvSpPr/>
      </dsp:nvSpPr>
      <dsp:spPr>
        <a:xfrm>
          <a:off x="2611151" y="3826792"/>
          <a:ext cx="311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1669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2759193" y="3864720"/>
        <a:ext cx="15583" cy="15583"/>
      </dsp:txXfrm>
    </dsp:sp>
    <dsp:sp modelId="{81AF7B1A-5B27-4145-90D0-4113DC3EC9FD}">
      <dsp:nvSpPr>
        <dsp:cNvPr id="0" name=""/>
        <dsp:cNvSpPr/>
      </dsp:nvSpPr>
      <dsp:spPr>
        <a:xfrm>
          <a:off x="741136" y="2488473"/>
          <a:ext cx="311669" cy="1384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5834" y="0"/>
              </a:lnTo>
              <a:lnTo>
                <a:pt x="155834" y="1384038"/>
              </a:lnTo>
              <a:lnTo>
                <a:pt x="311669" y="138403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861503" y="3145025"/>
        <a:ext cx="70934" cy="70934"/>
      </dsp:txXfrm>
    </dsp:sp>
    <dsp:sp modelId="{90863B8A-8C8F-4A7B-A94C-ED4D0D7B1ED0}">
      <dsp:nvSpPr>
        <dsp:cNvPr id="0" name=""/>
        <dsp:cNvSpPr/>
      </dsp:nvSpPr>
      <dsp:spPr>
        <a:xfrm>
          <a:off x="2611151" y="2933421"/>
          <a:ext cx="311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1669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2759193" y="2971349"/>
        <a:ext cx="15583" cy="15583"/>
      </dsp:txXfrm>
    </dsp:sp>
    <dsp:sp modelId="{9BA7F38C-3750-43FC-BAC7-F6CC4992D127}">
      <dsp:nvSpPr>
        <dsp:cNvPr id="0" name=""/>
        <dsp:cNvSpPr/>
      </dsp:nvSpPr>
      <dsp:spPr>
        <a:xfrm>
          <a:off x="741136" y="2488473"/>
          <a:ext cx="311669" cy="4906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5834" y="0"/>
              </a:lnTo>
              <a:lnTo>
                <a:pt x="155834" y="490667"/>
              </a:lnTo>
              <a:lnTo>
                <a:pt x="311669" y="4906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882439" y="2719275"/>
        <a:ext cx="29064" cy="29064"/>
      </dsp:txXfrm>
    </dsp:sp>
    <dsp:sp modelId="{77F5CB65-92F9-4915-BFD6-EC1CD766B5F8}">
      <dsp:nvSpPr>
        <dsp:cNvPr id="0" name=""/>
        <dsp:cNvSpPr/>
      </dsp:nvSpPr>
      <dsp:spPr>
        <a:xfrm>
          <a:off x="2611151" y="2010728"/>
          <a:ext cx="311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1669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2759193" y="2048657"/>
        <a:ext cx="15583" cy="15583"/>
      </dsp:txXfrm>
    </dsp:sp>
    <dsp:sp modelId="{B0EA2BB6-4913-4711-AE5E-AE7AB8303DD6}">
      <dsp:nvSpPr>
        <dsp:cNvPr id="0" name=""/>
        <dsp:cNvSpPr/>
      </dsp:nvSpPr>
      <dsp:spPr>
        <a:xfrm>
          <a:off x="741136" y="2056448"/>
          <a:ext cx="311669" cy="432025"/>
        </a:xfrm>
        <a:custGeom>
          <a:avLst/>
          <a:gdLst/>
          <a:ahLst/>
          <a:cxnLst/>
          <a:rect l="0" t="0" r="0" b="0"/>
          <a:pathLst>
            <a:path>
              <a:moveTo>
                <a:pt x="0" y="432025"/>
              </a:moveTo>
              <a:lnTo>
                <a:pt x="155834" y="432025"/>
              </a:lnTo>
              <a:lnTo>
                <a:pt x="155834" y="0"/>
              </a:lnTo>
              <a:lnTo>
                <a:pt x="311669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883653" y="2259143"/>
        <a:ext cx="26635" cy="26635"/>
      </dsp:txXfrm>
    </dsp:sp>
    <dsp:sp modelId="{E2F90FDB-F2C9-43F5-B585-280CF78BD930}">
      <dsp:nvSpPr>
        <dsp:cNvPr id="0" name=""/>
        <dsp:cNvSpPr/>
      </dsp:nvSpPr>
      <dsp:spPr>
        <a:xfrm>
          <a:off x="4481165" y="1133756"/>
          <a:ext cx="311669" cy="8908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5834" y="0"/>
              </a:lnTo>
              <a:lnTo>
                <a:pt x="155834" y="890822"/>
              </a:lnTo>
              <a:lnTo>
                <a:pt x="311669" y="89082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4613405" y="1555573"/>
        <a:ext cx="47188" cy="47188"/>
      </dsp:txXfrm>
    </dsp:sp>
    <dsp:sp modelId="{84388261-728E-4471-85CB-B757044741C9}">
      <dsp:nvSpPr>
        <dsp:cNvPr id="0" name=""/>
        <dsp:cNvSpPr/>
      </dsp:nvSpPr>
      <dsp:spPr>
        <a:xfrm>
          <a:off x="4481165" y="1133756"/>
          <a:ext cx="311669" cy="2969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5834" y="0"/>
              </a:lnTo>
              <a:lnTo>
                <a:pt x="155834" y="296940"/>
              </a:lnTo>
              <a:lnTo>
                <a:pt x="311669" y="29694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4626237" y="1271464"/>
        <a:ext cx="21523" cy="21523"/>
      </dsp:txXfrm>
    </dsp:sp>
    <dsp:sp modelId="{07DAA2A5-6D3A-4EE7-8DDE-FDAE2E9FE7DF}">
      <dsp:nvSpPr>
        <dsp:cNvPr id="0" name=""/>
        <dsp:cNvSpPr/>
      </dsp:nvSpPr>
      <dsp:spPr>
        <a:xfrm>
          <a:off x="4481165" y="836815"/>
          <a:ext cx="311669" cy="296940"/>
        </a:xfrm>
        <a:custGeom>
          <a:avLst/>
          <a:gdLst/>
          <a:ahLst/>
          <a:cxnLst/>
          <a:rect l="0" t="0" r="0" b="0"/>
          <a:pathLst>
            <a:path>
              <a:moveTo>
                <a:pt x="0" y="296940"/>
              </a:moveTo>
              <a:lnTo>
                <a:pt x="155834" y="296940"/>
              </a:lnTo>
              <a:lnTo>
                <a:pt x="155834" y="0"/>
              </a:lnTo>
              <a:lnTo>
                <a:pt x="311669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4626237" y="974524"/>
        <a:ext cx="21523" cy="21523"/>
      </dsp:txXfrm>
    </dsp:sp>
    <dsp:sp modelId="{C0BDAC52-2E49-4DC8-A23B-6B4AEAFF33DB}">
      <dsp:nvSpPr>
        <dsp:cNvPr id="0" name=""/>
        <dsp:cNvSpPr/>
      </dsp:nvSpPr>
      <dsp:spPr>
        <a:xfrm>
          <a:off x="4481165" y="242934"/>
          <a:ext cx="311669" cy="890822"/>
        </a:xfrm>
        <a:custGeom>
          <a:avLst/>
          <a:gdLst/>
          <a:ahLst/>
          <a:cxnLst/>
          <a:rect l="0" t="0" r="0" b="0"/>
          <a:pathLst>
            <a:path>
              <a:moveTo>
                <a:pt x="0" y="890822"/>
              </a:moveTo>
              <a:lnTo>
                <a:pt x="155834" y="890822"/>
              </a:lnTo>
              <a:lnTo>
                <a:pt x="155834" y="0"/>
              </a:lnTo>
              <a:lnTo>
                <a:pt x="311669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4613405" y="664751"/>
        <a:ext cx="47188" cy="47188"/>
      </dsp:txXfrm>
    </dsp:sp>
    <dsp:sp modelId="{DD59CC5A-E441-418E-8012-5C65B773A3B1}">
      <dsp:nvSpPr>
        <dsp:cNvPr id="0" name=""/>
        <dsp:cNvSpPr/>
      </dsp:nvSpPr>
      <dsp:spPr>
        <a:xfrm>
          <a:off x="2611151" y="1088036"/>
          <a:ext cx="311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1669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2759193" y="1125964"/>
        <a:ext cx="15583" cy="15583"/>
      </dsp:txXfrm>
    </dsp:sp>
    <dsp:sp modelId="{1900A058-3F83-4196-9E33-7BD2C637D8EF}">
      <dsp:nvSpPr>
        <dsp:cNvPr id="0" name=""/>
        <dsp:cNvSpPr/>
      </dsp:nvSpPr>
      <dsp:spPr>
        <a:xfrm>
          <a:off x="741136" y="1133756"/>
          <a:ext cx="311669" cy="1354717"/>
        </a:xfrm>
        <a:custGeom>
          <a:avLst/>
          <a:gdLst/>
          <a:ahLst/>
          <a:cxnLst/>
          <a:rect l="0" t="0" r="0" b="0"/>
          <a:pathLst>
            <a:path>
              <a:moveTo>
                <a:pt x="0" y="1354717"/>
              </a:moveTo>
              <a:lnTo>
                <a:pt x="155834" y="1354717"/>
              </a:lnTo>
              <a:lnTo>
                <a:pt x="155834" y="0"/>
              </a:lnTo>
              <a:lnTo>
                <a:pt x="311669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300" kern="1200"/>
        </a:p>
      </dsp:txBody>
      <dsp:txXfrm>
        <a:off x="862218" y="1776362"/>
        <a:ext cx="69505" cy="69505"/>
      </dsp:txXfrm>
    </dsp:sp>
    <dsp:sp modelId="{8A677DE5-C0D5-41AC-8CDE-066B90CD2848}">
      <dsp:nvSpPr>
        <dsp:cNvPr id="0" name=""/>
        <dsp:cNvSpPr/>
      </dsp:nvSpPr>
      <dsp:spPr>
        <a:xfrm rot="16200000">
          <a:off x="-1166173" y="2250921"/>
          <a:ext cx="3339514" cy="475105"/>
        </a:xfrm>
        <a:prstGeom prst="rect">
          <a:avLst/>
        </a:prstGeom>
        <a:solidFill>
          <a:srgbClr val="D0D8E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>
              <a:solidFill>
                <a:srgbClr val="FF0000"/>
              </a:solidFill>
            </a:rPr>
            <a:t>PREENCHER NOME </a:t>
          </a:r>
          <a:r>
            <a:rPr lang="pt-BR" sz="1300" b="1" kern="1200">
              <a:solidFill>
                <a:srgbClr val="FF0000"/>
              </a:solidFill>
            </a:rPr>
            <a:t>STARTUP</a:t>
          </a:r>
          <a:br>
            <a:rPr lang="pt-BR" sz="1300" kern="1200">
              <a:solidFill>
                <a:srgbClr val="FF0000"/>
              </a:solidFill>
            </a:rPr>
          </a:br>
          <a:r>
            <a:rPr lang="pt-BR" sz="1300" kern="1200">
              <a:solidFill>
                <a:srgbClr val="FF0000"/>
              </a:solidFill>
            </a:rPr>
            <a:t>(EX: VPS - Vendas Plano Saúde)</a:t>
          </a:r>
          <a:endParaRPr lang="pt-BR" sz="1300" kern="1200" dirty="0">
            <a:solidFill>
              <a:srgbClr val="FF0000"/>
            </a:solidFill>
          </a:endParaRPr>
        </a:p>
      </dsp:txBody>
      <dsp:txXfrm>
        <a:off x="-1166173" y="2250921"/>
        <a:ext cx="3339514" cy="475105"/>
      </dsp:txXfrm>
    </dsp:sp>
    <dsp:sp modelId="{2A3C123C-F183-4395-A3DB-4F7AEDE3A36B}">
      <dsp:nvSpPr>
        <dsp:cNvPr id="0" name=""/>
        <dsp:cNvSpPr/>
      </dsp:nvSpPr>
      <dsp:spPr>
        <a:xfrm>
          <a:off x="1052805" y="731798"/>
          <a:ext cx="1558345" cy="8039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Objetivo estratégico a ser atendido</a:t>
          </a:r>
        </a:p>
      </dsp:txBody>
      <dsp:txXfrm>
        <a:off x="1052805" y="731798"/>
        <a:ext cx="1558345" cy="803916"/>
      </dsp:txXfrm>
    </dsp:sp>
    <dsp:sp modelId="{9B23B078-2F37-4753-827A-4DC7F5953D4A}">
      <dsp:nvSpPr>
        <dsp:cNvPr id="0" name=""/>
        <dsp:cNvSpPr/>
      </dsp:nvSpPr>
      <dsp:spPr>
        <a:xfrm>
          <a:off x="2922820" y="731798"/>
          <a:ext cx="1558345" cy="803916"/>
        </a:xfrm>
        <a:prstGeom prst="rect">
          <a:avLst/>
        </a:prstGeom>
        <a:solidFill>
          <a:srgbClr val="D0D8E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rgbClr val="FF0000"/>
              </a:solidFill>
            </a:rPr>
            <a:t>PREENCHER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rgbClr val="FF0000"/>
              </a:solidFill>
            </a:rPr>
            <a:t>EX: Otimizar o processo de prospecção</a:t>
          </a:r>
        </a:p>
      </dsp:txBody>
      <dsp:txXfrm>
        <a:off x="2922820" y="731798"/>
        <a:ext cx="1558345" cy="803916"/>
      </dsp:txXfrm>
    </dsp:sp>
    <dsp:sp modelId="{6C984070-555A-4923-9B93-4DD772F2AA3E}">
      <dsp:nvSpPr>
        <dsp:cNvPr id="0" name=""/>
        <dsp:cNvSpPr/>
      </dsp:nvSpPr>
      <dsp:spPr>
        <a:xfrm>
          <a:off x="4792834" y="5381"/>
          <a:ext cx="1558345" cy="4751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chemeClr val="bg1"/>
              </a:solidFill>
            </a:rPr>
            <a:t>Consolidar imagem da marca nos mercados</a:t>
          </a:r>
        </a:p>
      </dsp:txBody>
      <dsp:txXfrm>
        <a:off x="4792834" y="5381"/>
        <a:ext cx="1558345" cy="475105"/>
      </dsp:txXfrm>
    </dsp:sp>
    <dsp:sp modelId="{24F84BB8-808E-46EC-AC45-E1A7E1829D85}">
      <dsp:nvSpPr>
        <dsp:cNvPr id="0" name=""/>
        <dsp:cNvSpPr/>
      </dsp:nvSpPr>
      <dsp:spPr>
        <a:xfrm>
          <a:off x="4792834" y="599263"/>
          <a:ext cx="1558345" cy="4751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>
              <a:solidFill>
                <a:schemeClr val="bg1"/>
              </a:solidFill>
            </a:rPr>
            <a:t>Aumentar a produtividade</a:t>
          </a:r>
          <a:endParaRPr lang="pt-BR" sz="1300" kern="1200" dirty="0">
            <a:solidFill>
              <a:schemeClr val="bg1"/>
            </a:solidFill>
          </a:endParaRPr>
        </a:p>
      </dsp:txBody>
      <dsp:txXfrm>
        <a:off x="4792834" y="599263"/>
        <a:ext cx="1558345" cy="475105"/>
      </dsp:txXfrm>
    </dsp:sp>
    <dsp:sp modelId="{9BA92B15-5B80-413C-BFDF-3DC790179850}">
      <dsp:nvSpPr>
        <dsp:cNvPr id="0" name=""/>
        <dsp:cNvSpPr/>
      </dsp:nvSpPr>
      <dsp:spPr>
        <a:xfrm>
          <a:off x="4792834" y="1193144"/>
          <a:ext cx="1558345" cy="4751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Reduzir os custos </a:t>
          </a:r>
          <a:endParaRPr lang="pt-BR" sz="1300" kern="1200" dirty="0">
            <a:solidFill>
              <a:srgbClr val="FFC000"/>
            </a:solidFill>
          </a:endParaRPr>
        </a:p>
      </dsp:txBody>
      <dsp:txXfrm>
        <a:off x="4792834" y="1193144"/>
        <a:ext cx="1558345" cy="475105"/>
      </dsp:txXfrm>
    </dsp:sp>
    <dsp:sp modelId="{E955E2D9-090D-464F-A01F-1E774D3ED970}">
      <dsp:nvSpPr>
        <dsp:cNvPr id="0" name=""/>
        <dsp:cNvSpPr/>
      </dsp:nvSpPr>
      <dsp:spPr>
        <a:xfrm>
          <a:off x="4792834" y="1787026"/>
          <a:ext cx="1558345" cy="4751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>
              <a:solidFill>
                <a:srgbClr val="FFFFFF"/>
              </a:solidFill>
              <a:latin typeface="Arial"/>
              <a:ea typeface="+mn-ea"/>
              <a:cs typeface="+mn-cs"/>
            </a:rPr>
            <a:t>Aumentar receita</a:t>
          </a:r>
          <a:endParaRPr lang="pt-BR" sz="1300" kern="1200" dirty="0">
            <a:solidFill>
              <a:srgbClr val="FFFFFF"/>
            </a:solidFill>
            <a:latin typeface="Arial"/>
            <a:ea typeface="+mn-ea"/>
            <a:cs typeface="+mn-cs"/>
          </a:endParaRPr>
        </a:p>
      </dsp:txBody>
      <dsp:txXfrm>
        <a:off x="4792834" y="1787026"/>
        <a:ext cx="1558345" cy="475105"/>
      </dsp:txXfrm>
    </dsp:sp>
    <dsp:sp modelId="{A8EC3B3D-34DE-488A-807F-3F45A51031EF}">
      <dsp:nvSpPr>
        <dsp:cNvPr id="0" name=""/>
        <dsp:cNvSpPr/>
      </dsp:nvSpPr>
      <dsp:spPr>
        <a:xfrm>
          <a:off x="1052805" y="1654490"/>
          <a:ext cx="1558345" cy="8039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Proposta de Solução?</a:t>
          </a:r>
        </a:p>
      </dsp:txBody>
      <dsp:txXfrm>
        <a:off x="1052805" y="1654490"/>
        <a:ext cx="1558345" cy="803916"/>
      </dsp:txXfrm>
    </dsp:sp>
    <dsp:sp modelId="{41CCC85B-2978-4FCC-837A-98E21A3807FA}">
      <dsp:nvSpPr>
        <dsp:cNvPr id="0" name=""/>
        <dsp:cNvSpPr/>
      </dsp:nvSpPr>
      <dsp:spPr>
        <a:xfrm>
          <a:off x="2922820" y="1654490"/>
          <a:ext cx="1558345" cy="803916"/>
        </a:xfrm>
        <a:prstGeom prst="rect">
          <a:avLst/>
        </a:prstGeom>
        <a:solidFill>
          <a:srgbClr val="D0D8E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>
              <a:solidFill>
                <a:srgbClr val="FF0000"/>
              </a:solidFill>
            </a:rPr>
            <a:t>PREENCHER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>
              <a:solidFill>
                <a:srgbClr val="FF0000"/>
              </a:solidFill>
            </a:rPr>
            <a:t>EX: Web app para acompanhar prospecção/CRM</a:t>
          </a:r>
          <a:endParaRPr lang="pt-BR" sz="1300" kern="1200" dirty="0">
            <a:solidFill>
              <a:srgbClr val="FF0000"/>
            </a:solidFill>
          </a:endParaRPr>
        </a:p>
      </dsp:txBody>
      <dsp:txXfrm>
        <a:off x="2922820" y="1654490"/>
        <a:ext cx="1558345" cy="803916"/>
      </dsp:txXfrm>
    </dsp:sp>
    <dsp:sp modelId="{6CAEC8C0-9E94-4EDE-B715-7B60D0C45154}">
      <dsp:nvSpPr>
        <dsp:cNvPr id="0" name=""/>
        <dsp:cNvSpPr/>
      </dsp:nvSpPr>
      <dsp:spPr>
        <a:xfrm>
          <a:off x="1052805" y="2577183"/>
          <a:ext cx="1558345" cy="8039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Quem são seus usuários?</a:t>
          </a:r>
        </a:p>
      </dsp:txBody>
      <dsp:txXfrm>
        <a:off x="1052805" y="2577183"/>
        <a:ext cx="1558345" cy="803916"/>
      </dsp:txXfrm>
    </dsp:sp>
    <dsp:sp modelId="{A4E933DC-CCD1-4377-BB54-473900B3A8EC}">
      <dsp:nvSpPr>
        <dsp:cNvPr id="0" name=""/>
        <dsp:cNvSpPr/>
      </dsp:nvSpPr>
      <dsp:spPr>
        <a:xfrm>
          <a:off x="2922820" y="2577183"/>
          <a:ext cx="1558345" cy="803916"/>
        </a:xfrm>
        <a:prstGeom prst="rect">
          <a:avLst/>
        </a:prstGeom>
        <a:solidFill>
          <a:srgbClr val="D0D8E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rgbClr val="FF0000"/>
              </a:solidFill>
            </a:rPr>
            <a:t>PREENCHER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rgbClr val="FF0000"/>
              </a:solidFill>
            </a:rPr>
            <a:t>EX: Vendedores, Gerentes</a:t>
          </a:r>
        </a:p>
      </dsp:txBody>
      <dsp:txXfrm>
        <a:off x="2922820" y="2577183"/>
        <a:ext cx="1558345" cy="803916"/>
      </dsp:txXfrm>
    </dsp:sp>
    <dsp:sp modelId="{27BAD988-81A9-F54A-ADF2-382E55250D23}">
      <dsp:nvSpPr>
        <dsp:cNvPr id="0" name=""/>
        <dsp:cNvSpPr/>
      </dsp:nvSpPr>
      <dsp:spPr>
        <a:xfrm>
          <a:off x="1052805" y="3499875"/>
          <a:ext cx="1558345" cy="745273"/>
        </a:xfrm>
        <a:prstGeom prst="rect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Quem será seu concorrente?</a:t>
          </a:r>
        </a:p>
      </dsp:txBody>
      <dsp:txXfrm>
        <a:off x="1052805" y="3499875"/>
        <a:ext cx="1558345" cy="745273"/>
      </dsp:txXfrm>
    </dsp:sp>
    <dsp:sp modelId="{DA23EF72-17A2-6D40-B22D-F1D4025927E0}">
      <dsp:nvSpPr>
        <dsp:cNvPr id="0" name=""/>
        <dsp:cNvSpPr/>
      </dsp:nvSpPr>
      <dsp:spPr>
        <a:xfrm>
          <a:off x="2922820" y="3563722"/>
          <a:ext cx="1558345" cy="617579"/>
        </a:xfrm>
        <a:prstGeom prst="rect">
          <a:avLst/>
        </a:prstGeom>
        <a:solidFill>
          <a:srgbClr val="D0D8E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rgbClr val="FF0000"/>
              </a:solidFill>
            </a:rPr>
            <a:t>PREENCHER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solidFill>
                <a:srgbClr val="FF0000"/>
              </a:solidFill>
            </a:rPr>
            <a:t>EX: Pesquisar Mercado</a:t>
          </a:r>
        </a:p>
      </dsp:txBody>
      <dsp:txXfrm>
        <a:off x="2922820" y="3563722"/>
        <a:ext cx="1558345" cy="617579"/>
      </dsp:txXfrm>
    </dsp:sp>
    <dsp:sp modelId="{B8F633E7-A83B-A543-BA71-6179233A686F}">
      <dsp:nvSpPr>
        <dsp:cNvPr id="0" name=""/>
        <dsp:cNvSpPr/>
      </dsp:nvSpPr>
      <dsp:spPr>
        <a:xfrm>
          <a:off x="4792834" y="3634959"/>
          <a:ext cx="1766992" cy="475105"/>
        </a:xfrm>
        <a:prstGeom prst="rect">
          <a:avLst/>
        </a:prstGeom>
        <a:solidFill>
          <a:srgbClr val="D0D8E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solidFill>
                <a:srgbClr val="FF0000"/>
              </a:solidFill>
              <a:hlinkClick xmlns:r="http://schemas.openxmlformats.org/officeDocument/2006/relationships" r:id="rId1"/>
            </a:rPr>
            <a:t>https://www.smark.com.br/crm-para-planos-de-saude/</a:t>
          </a:r>
          <a:r>
            <a:rPr lang="pt-BR" sz="900" kern="1200" dirty="0">
              <a:solidFill>
                <a:srgbClr val="FF0000"/>
              </a:solidFill>
            </a:rPr>
            <a:t> </a:t>
          </a:r>
        </a:p>
      </dsp:txBody>
      <dsp:txXfrm>
        <a:off x="4792834" y="3634959"/>
        <a:ext cx="1766992" cy="475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CB831-621B-B447-BA05-33BBB51106E9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8AFF9-521A-A140-89FE-20F54EFA29C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1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761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525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287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051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3812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576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339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102" algn="l" defTabSz="34276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</p:spPr>
        <p:txBody>
          <a:bodyPr spcFirstLastPara="1" wrap="square" lIns="112325" tIns="56150" rIns="112325" bIns="56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19138"/>
            <a:ext cx="47974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782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99299"/>
            <a:ext cx="5829300" cy="1103540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917349"/>
            <a:ext cx="4800600" cy="1315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0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3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6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1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3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201262"/>
            <a:ext cx="6172200" cy="33976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4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308236"/>
            <a:ext cx="5829300" cy="1022502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182055"/>
            <a:ext cx="5829300" cy="112618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7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43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15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086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358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630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39901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173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9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1262"/>
            <a:ext cx="3028950" cy="3397616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1262"/>
            <a:ext cx="3028950" cy="3397616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1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2" y="1152401"/>
            <a:ext cx="3030141" cy="4802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715" indent="0">
              <a:buNone/>
              <a:defRPr sz="1500" b="1"/>
            </a:lvl2pPr>
            <a:lvl3pPr marL="685434" indent="0">
              <a:buNone/>
              <a:defRPr sz="1400" b="1"/>
            </a:lvl3pPr>
            <a:lvl4pPr marL="1028150" indent="0">
              <a:buNone/>
              <a:defRPr sz="1200" b="1"/>
            </a:lvl4pPr>
            <a:lvl5pPr marL="1370868" indent="0">
              <a:buNone/>
              <a:defRPr sz="1200" b="1"/>
            </a:lvl5pPr>
            <a:lvl6pPr marL="1713584" indent="0">
              <a:buNone/>
              <a:defRPr sz="1200" b="1"/>
            </a:lvl6pPr>
            <a:lvl7pPr marL="2056301" indent="0">
              <a:buNone/>
              <a:defRPr sz="1200" b="1"/>
            </a:lvl7pPr>
            <a:lvl8pPr marL="2399019" indent="0">
              <a:buNone/>
              <a:defRPr sz="1200" b="1"/>
            </a:lvl8pPr>
            <a:lvl9pPr marL="2741736" indent="0">
              <a:buNone/>
              <a:defRPr sz="12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2" y="1632667"/>
            <a:ext cx="3030141" cy="296621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5" y="1152401"/>
            <a:ext cx="3031331" cy="4802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715" indent="0">
              <a:buNone/>
              <a:defRPr sz="1500" b="1"/>
            </a:lvl2pPr>
            <a:lvl3pPr marL="685434" indent="0">
              <a:buNone/>
              <a:defRPr sz="1400" b="1"/>
            </a:lvl3pPr>
            <a:lvl4pPr marL="1028150" indent="0">
              <a:buNone/>
              <a:defRPr sz="1200" b="1"/>
            </a:lvl4pPr>
            <a:lvl5pPr marL="1370868" indent="0">
              <a:buNone/>
              <a:defRPr sz="1200" b="1"/>
            </a:lvl5pPr>
            <a:lvl6pPr marL="1713584" indent="0">
              <a:buNone/>
              <a:defRPr sz="1200" b="1"/>
            </a:lvl6pPr>
            <a:lvl7pPr marL="2056301" indent="0">
              <a:buNone/>
              <a:defRPr sz="1200" b="1"/>
            </a:lvl7pPr>
            <a:lvl8pPr marL="2399019" indent="0">
              <a:buNone/>
              <a:defRPr sz="1200" b="1"/>
            </a:lvl8pPr>
            <a:lvl9pPr marL="2741736" indent="0">
              <a:buNone/>
              <a:defRPr sz="12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5" y="1632667"/>
            <a:ext cx="3031331" cy="296621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6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4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0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6" y="204983"/>
            <a:ext cx="2256235" cy="872345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3" y="204977"/>
            <a:ext cx="3833813" cy="43939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6" y="1077328"/>
            <a:ext cx="2256235" cy="352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342715" indent="0">
              <a:buNone/>
              <a:defRPr sz="900"/>
            </a:lvl2pPr>
            <a:lvl3pPr marL="685434" indent="0">
              <a:buNone/>
              <a:defRPr sz="800"/>
            </a:lvl3pPr>
            <a:lvl4pPr marL="1028150" indent="0">
              <a:buNone/>
              <a:defRPr sz="700"/>
            </a:lvl4pPr>
            <a:lvl5pPr marL="1370868" indent="0">
              <a:buNone/>
              <a:defRPr sz="700"/>
            </a:lvl5pPr>
            <a:lvl6pPr marL="1713584" indent="0">
              <a:buNone/>
              <a:defRPr sz="700"/>
            </a:lvl6pPr>
            <a:lvl7pPr marL="2056301" indent="0">
              <a:buNone/>
              <a:defRPr sz="700"/>
            </a:lvl7pPr>
            <a:lvl8pPr marL="2399019" indent="0">
              <a:buNone/>
              <a:defRPr sz="700"/>
            </a:lvl8pPr>
            <a:lvl9pPr marL="2741736" indent="0">
              <a:buNone/>
              <a:defRPr sz="7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87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603784"/>
            <a:ext cx="4114800" cy="425447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60007"/>
            <a:ext cx="4114800" cy="3088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715" indent="0">
              <a:buNone/>
              <a:defRPr sz="2100"/>
            </a:lvl2pPr>
            <a:lvl3pPr marL="685434" indent="0">
              <a:buNone/>
              <a:defRPr sz="1800"/>
            </a:lvl3pPr>
            <a:lvl4pPr marL="1028150" indent="0">
              <a:buNone/>
              <a:defRPr sz="1500"/>
            </a:lvl4pPr>
            <a:lvl5pPr marL="1370868" indent="0">
              <a:buNone/>
              <a:defRPr sz="1500"/>
            </a:lvl5pPr>
            <a:lvl6pPr marL="1713584" indent="0">
              <a:buNone/>
              <a:defRPr sz="1500"/>
            </a:lvl6pPr>
            <a:lvl7pPr marL="2056301" indent="0">
              <a:buNone/>
              <a:defRPr sz="1500"/>
            </a:lvl7pPr>
            <a:lvl8pPr marL="2399019" indent="0">
              <a:buNone/>
              <a:defRPr sz="1500"/>
            </a:lvl8pPr>
            <a:lvl9pPr marL="2741736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029237"/>
            <a:ext cx="4114800" cy="604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/>
            </a:lvl1pPr>
            <a:lvl2pPr marL="342715" indent="0">
              <a:buNone/>
              <a:defRPr sz="900"/>
            </a:lvl2pPr>
            <a:lvl3pPr marL="685434" indent="0">
              <a:buNone/>
              <a:defRPr sz="800"/>
            </a:lvl3pPr>
            <a:lvl4pPr marL="1028150" indent="0">
              <a:buNone/>
              <a:defRPr sz="700"/>
            </a:lvl4pPr>
            <a:lvl5pPr marL="1370868" indent="0">
              <a:buNone/>
              <a:defRPr sz="700"/>
            </a:lvl5pPr>
            <a:lvl6pPr marL="1713584" indent="0">
              <a:buNone/>
              <a:defRPr sz="700"/>
            </a:lvl6pPr>
            <a:lvl7pPr marL="2056301" indent="0">
              <a:buNone/>
              <a:defRPr sz="700"/>
            </a:lvl7pPr>
            <a:lvl8pPr marL="2399019" indent="0">
              <a:buNone/>
              <a:defRPr sz="700"/>
            </a:lvl8pPr>
            <a:lvl9pPr marL="2741736" indent="0">
              <a:buNone/>
              <a:defRPr sz="7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1201262"/>
            <a:ext cx="6172200" cy="339761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06169"/>
            <a:ext cx="1543050" cy="4392708"/>
          </a:xfrm>
          <a:prstGeom prst="rect">
            <a:avLst/>
          </a:prstGeo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06169"/>
            <a:ext cx="4514850" cy="439270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69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Layout Personalizado">
  <p:cSld name="4_Layout Personalizad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2996953" y="2033582"/>
            <a:ext cx="2646759" cy="5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34290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30480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000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3" descr="fiap_elemento2.png">
            <a:extLst>
              <a:ext uri="{FF2B5EF4-FFF2-40B4-BE49-F238E27FC236}">
                <a16:creationId xmlns:a16="http://schemas.microsoft.com/office/drawing/2014/main" id="{B74FEA52-8AAA-5240-B1A6-FCACC3B9426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513"/>
            <a:ext cx="9164044" cy="51547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6169"/>
            <a:ext cx="6172200" cy="858044"/>
          </a:xfrm>
          <a:prstGeom prst="rect">
            <a:avLst/>
          </a:prstGeom>
        </p:spPr>
        <p:txBody>
          <a:bodyPr vert="horz" lIns="68544" tIns="34272" rIns="68544" bIns="34272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1262"/>
            <a:ext cx="6172200" cy="3397616"/>
          </a:xfrm>
          <a:prstGeom prst="rect">
            <a:avLst/>
          </a:prstGeom>
        </p:spPr>
        <p:txBody>
          <a:bodyPr vert="horz" lIns="68544" tIns="34272" rIns="68544" bIns="34272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71684"/>
            <a:ext cx="1600200" cy="274097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695D4-C2E3-524A-A154-E6036064930E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71684"/>
            <a:ext cx="2171700" cy="274097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71684"/>
            <a:ext cx="1600200" cy="274097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CFD00-10A0-8A42-BC0C-7FB4973ACCF2}" type="slidenum">
              <a:rPr lang="en-US" smtClean="0"/>
              <a:t>‹nº›</a:t>
            </a:fld>
            <a:endParaRPr lang="en-US"/>
          </a:p>
        </p:txBody>
      </p:sp>
      <p:pic>
        <p:nvPicPr>
          <p:cNvPr id="14" name="Picture 6" descr="fiap_elemento.png">
            <a:extLst>
              <a:ext uri="{FF2B5EF4-FFF2-40B4-BE49-F238E27FC236}">
                <a16:creationId xmlns:a16="http://schemas.microsoft.com/office/drawing/2014/main" id="{C1E630A5-46CA-6F40-9553-2DE522A78E9A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81191" y="-379936"/>
            <a:ext cx="10040798" cy="5647950"/>
          </a:xfrm>
          <a:prstGeom prst="rect">
            <a:avLst/>
          </a:prstGeom>
        </p:spPr>
      </p:pic>
      <p:grpSp>
        <p:nvGrpSpPr>
          <p:cNvPr id="13" name="Group 6">
            <a:extLst>
              <a:ext uri="{FF2B5EF4-FFF2-40B4-BE49-F238E27FC236}">
                <a16:creationId xmlns:a16="http://schemas.microsoft.com/office/drawing/2014/main" id="{C452967C-D1A9-D444-90CE-2CEEE008EA2C}"/>
              </a:ext>
            </a:extLst>
          </p:cNvPr>
          <p:cNvGrpSpPr/>
          <p:nvPr userDrawn="1"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5" name="Imagem 1">
              <a:extLst>
                <a:ext uri="{FF2B5EF4-FFF2-40B4-BE49-F238E27FC236}">
                  <a16:creationId xmlns:a16="http://schemas.microsoft.com/office/drawing/2014/main" id="{F7DA698C-E7F4-724B-B1B3-937C8D7B8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16" name="Picture 9" descr="mba.png">
              <a:extLst>
                <a:ext uri="{FF2B5EF4-FFF2-40B4-BE49-F238E27FC236}">
                  <a16:creationId xmlns:a16="http://schemas.microsoft.com/office/drawing/2014/main" id="{335E9A58-E6DE-9E42-A9CF-94622145E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92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8" r:id="rId12"/>
  </p:sldLayoutIdLst>
  <p:txStyles>
    <p:titleStyle>
      <a:lvl1pPr algn="ctr" defTabSz="342715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039" indent="-257039" algn="l" defTabSz="34271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915" indent="-214199" algn="l" defTabSz="342715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6794" indent="-171358" algn="l" defTabSz="342715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509" indent="-171358" algn="l" defTabSz="342715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225" indent="-171358" algn="l" defTabSz="342715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4943" indent="-171358" algn="l" defTabSz="342715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7660" indent="-171358" algn="l" defTabSz="342715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0378" indent="-171358" algn="l" defTabSz="342715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3093" indent="-171358" algn="l" defTabSz="342715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715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434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150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868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3584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301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019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1736" algn="l" defTabSz="34271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xcalidraw.com/" TargetMode="Externa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bdiagram.io/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gif"/><Relationship Id="rId4" Type="http://schemas.openxmlformats.org/officeDocument/2006/relationships/hyperlink" Target="https://dbdiagram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1"/>
          <p:cNvSpPr txBox="1">
            <a:spLocks noGrp="1"/>
          </p:cNvSpPr>
          <p:nvPr>
            <p:ph type="body" idx="1"/>
          </p:nvPr>
        </p:nvSpPr>
        <p:spPr>
          <a:xfrm>
            <a:off x="1037880" y="2085811"/>
            <a:ext cx="3709647" cy="14863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tx1"/>
                </a:solidFill>
              </a:rPr>
              <a:t>TRABALHO</a:t>
            </a: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tx1"/>
                </a:solidFill>
              </a:rPr>
              <a:t>EQUIPE:</a:t>
            </a: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100"/>
            </a:pPr>
            <a:endParaRPr lang="en-US" dirty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PREENCHER</a:t>
            </a:r>
            <a:endParaRPr lang="pt-BR" dirty="0">
              <a:solidFill>
                <a:srgbClr val="FF0000"/>
              </a:solidFill>
              <a:cs typeface="Calibri"/>
            </a:endParaRPr>
          </a:p>
        </p:txBody>
      </p:sp>
      <p:sp>
        <p:nvSpPr>
          <p:cNvPr id="154" name="Google Shape;154;p41"/>
          <p:cNvSpPr txBox="1"/>
          <p:nvPr/>
        </p:nvSpPr>
        <p:spPr>
          <a:xfrm>
            <a:off x="1436690" y="4654865"/>
            <a:ext cx="3430190" cy="428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371600" lvl="4" algn="r">
              <a:buClr>
                <a:srgbClr val="D9D9D9"/>
              </a:buClr>
              <a:buSzPts val="1200"/>
            </a:pPr>
            <a:r>
              <a:rPr lang="en-US" sz="900" b="1" dirty="0">
                <a:latin typeface="Arial"/>
                <a:ea typeface="Arial"/>
                <a:cs typeface="Arial"/>
                <a:sym typeface="Arial"/>
              </a:rPr>
              <a:t>Prof. André Pontes </a:t>
            </a:r>
            <a:r>
              <a:rPr lang="en-US" sz="900" b="1" dirty="0" err="1">
                <a:latin typeface="Arial"/>
                <a:ea typeface="Arial"/>
                <a:cs typeface="Arial"/>
                <a:sym typeface="Arial"/>
              </a:rPr>
              <a:t>Sampaio</a:t>
            </a:r>
            <a:endParaRPr sz="900" b="1" dirty="0">
              <a:latin typeface="Arial"/>
              <a:ea typeface="Arial"/>
              <a:cs typeface="Arial"/>
              <a:sym typeface="Arial"/>
            </a:endParaRPr>
          </a:p>
          <a:p>
            <a:pPr marL="1371600" lvl="4" algn="r">
              <a:spcBef>
                <a:spcPts val="180"/>
              </a:spcBef>
              <a:buClr>
                <a:srgbClr val="D9D9D9"/>
              </a:buClr>
              <a:buSzPts val="1200"/>
            </a:pPr>
            <a:r>
              <a:rPr lang="pt-BR" sz="900" dirty="0" err="1"/>
              <a:t>profandre.sampaio@fiap.com.br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EBD7EC8-6B4B-594B-B8FC-572E1B498D45}"/>
              </a:ext>
            </a:extLst>
          </p:cNvPr>
          <p:cNvSpPr txBox="1"/>
          <p:nvPr/>
        </p:nvSpPr>
        <p:spPr>
          <a:xfrm>
            <a:off x="0" y="991060"/>
            <a:ext cx="6858000" cy="1077157"/>
          </a:xfrm>
          <a:prstGeom prst="rect">
            <a:avLst/>
          </a:prstGeom>
          <a:noFill/>
        </p:spPr>
        <p:txBody>
          <a:bodyPr wrap="square" lIns="91380" tIns="45690" rIns="91380" bIns="45690" rtlCol="0">
            <a:spAutoFit/>
          </a:bodyPr>
          <a:lstStyle/>
          <a:p>
            <a:pPr lvl="0" algn="ctr" defTabSz="456531">
              <a:spcBef>
                <a:spcPct val="20000"/>
              </a:spcBef>
            </a:pPr>
            <a:r>
              <a:rPr lang="en-US" sz="2800" dirty="0">
                <a:solidFill>
                  <a:srgbClr val="626E73"/>
                </a:solidFill>
                <a:latin typeface="Gotham HTF Light"/>
                <a:cs typeface="Gotham HTF Light"/>
              </a:rPr>
              <a:t> </a:t>
            </a:r>
            <a:r>
              <a:rPr lang="pt-BR" sz="3200" dirty="0">
                <a:solidFill>
                  <a:srgbClr val="626E73"/>
                </a:solidFill>
                <a:latin typeface="Gotham HTF Bold"/>
                <a:sym typeface="Arial"/>
              </a:rPr>
              <a:t>MICROSERVICES, APIs &amp; WEBHOOKS</a:t>
            </a:r>
          </a:p>
        </p:txBody>
      </p: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CDD46417-C48B-A84A-B3DC-1E81B50C0B3D}"/>
              </a:ext>
            </a:extLst>
          </p:cNvPr>
          <p:cNvCxnSpPr/>
          <p:nvPr/>
        </p:nvCxnSpPr>
        <p:spPr>
          <a:xfrm>
            <a:off x="265076" y="2344881"/>
            <a:ext cx="444501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69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1;p44">
            <a:extLst>
              <a:ext uri="{FF2B5EF4-FFF2-40B4-BE49-F238E27FC236}">
                <a16:creationId xmlns:a16="http://schemas.microsoft.com/office/drawing/2014/main" id="{84DC1B38-1F09-B74F-BA39-59B80008A055}"/>
              </a:ext>
            </a:extLst>
          </p:cNvPr>
          <p:cNvSpPr txBox="1">
            <a:spLocks/>
          </p:cNvSpPr>
          <p:nvPr/>
        </p:nvSpPr>
        <p:spPr>
          <a:xfrm>
            <a:off x="417376" y="1863889"/>
            <a:ext cx="6320118" cy="21462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0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715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434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150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0868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3584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6301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9019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1736" indent="0" algn="ctr" defTabSz="342715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endParaRPr lang="pt-BR" sz="2000" dirty="0"/>
          </a:p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r>
              <a:rPr lang="pt-BR" sz="2000" dirty="0"/>
              <a:t>RELATO DO PROBLEMA:			2 PONTOS</a:t>
            </a:r>
          </a:p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endParaRPr lang="pt-BR" sz="2000" dirty="0"/>
          </a:p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r>
              <a:rPr lang="pt-BR" sz="2000" dirty="0"/>
              <a:t>PROPOSTA DE SOLUÇÃO:			2 PONTOS</a:t>
            </a:r>
          </a:p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endParaRPr lang="pt-BR" sz="2000" dirty="0"/>
          </a:p>
          <a:p>
            <a:pPr marL="514350" indent="-514350" algn="l">
              <a:spcBef>
                <a:spcPts val="0"/>
              </a:spcBef>
              <a:buFont typeface="Arial"/>
              <a:buAutoNum type="arabicParenR"/>
            </a:pPr>
            <a:r>
              <a:rPr lang="pt-BR" sz="2000" dirty="0"/>
              <a:t>TOPOLOGIA DA SOLUÇÃO:		6 PONTOS</a:t>
            </a:r>
          </a:p>
          <a:p>
            <a:pPr algn="l">
              <a:spcBef>
                <a:spcPts val="0"/>
              </a:spcBef>
            </a:pPr>
            <a:endParaRPr lang="pt-BR" sz="2000" dirty="0"/>
          </a:p>
          <a:p>
            <a:pPr algn="l">
              <a:spcBef>
                <a:spcPts val="0"/>
              </a:spcBef>
            </a:pPr>
            <a:endParaRPr lang="pt-BR" sz="20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F82FFD2B-C0C9-7146-96C6-A13001314499}"/>
              </a:ext>
            </a:extLst>
          </p:cNvPr>
          <p:cNvSpPr txBox="1"/>
          <p:nvPr/>
        </p:nvSpPr>
        <p:spPr>
          <a:xfrm>
            <a:off x="17806" y="419277"/>
            <a:ext cx="6858000" cy="630942"/>
          </a:xfrm>
          <a:prstGeom prst="rect">
            <a:avLst/>
          </a:prstGeom>
          <a:noFill/>
        </p:spPr>
        <p:txBody>
          <a:bodyPr wrap="square" lIns="91380" tIns="45690" rIns="91380" bIns="45690" rtlCol="0">
            <a:spAutoFit/>
          </a:bodyPr>
          <a:lstStyle/>
          <a:p>
            <a:pPr algn="ctr"/>
            <a:r>
              <a:rPr lang="en-US" sz="3500" dirty="0">
                <a:solidFill>
                  <a:srgbClr val="626E73"/>
                </a:solidFill>
                <a:latin typeface="Gotham HTF Light"/>
                <a:cs typeface="Gotham HTF Light"/>
              </a:rPr>
              <a:t> INSTRUÇÕES</a:t>
            </a:r>
          </a:p>
        </p:txBody>
      </p:sp>
      <p:cxnSp>
        <p:nvCxnSpPr>
          <p:cNvPr id="6" name="Straight Connector 15">
            <a:extLst>
              <a:ext uri="{FF2B5EF4-FFF2-40B4-BE49-F238E27FC236}">
                <a16:creationId xmlns:a16="http://schemas.microsoft.com/office/drawing/2014/main" id="{02119770-A2D4-4A42-AC2C-E4C351A891BA}"/>
              </a:ext>
            </a:extLst>
          </p:cNvPr>
          <p:cNvCxnSpPr/>
          <p:nvPr/>
        </p:nvCxnSpPr>
        <p:spPr>
          <a:xfrm>
            <a:off x="2881659" y="2402931"/>
            <a:ext cx="627066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5">
            <a:extLst>
              <a:ext uri="{FF2B5EF4-FFF2-40B4-BE49-F238E27FC236}">
                <a16:creationId xmlns:a16="http://schemas.microsoft.com/office/drawing/2014/main" id="{B4BD93A8-1B02-5344-B3D4-F7593437B088}"/>
              </a:ext>
            </a:extLst>
          </p:cNvPr>
          <p:cNvCxnSpPr/>
          <p:nvPr/>
        </p:nvCxnSpPr>
        <p:spPr>
          <a:xfrm>
            <a:off x="2881659" y="3029455"/>
            <a:ext cx="627066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5">
            <a:extLst>
              <a:ext uri="{FF2B5EF4-FFF2-40B4-BE49-F238E27FC236}">
                <a16:creationId xmlns:a16="http://schemas.microsoft.com/office/drawing/2014/main" id="{D5D08F95-5F6F-BE43-9982-755944501CA2}"/>
              </a:ext>
            </a:extLst>
          </p:cNvPr>
          <p:cNvCxnSpPr/>
          <p:nvPr/>
        </p:nvCxnSpPr>
        <p:spPr>
          <a:xfrm>
            <a:off x="2881659" y="3676377"/>
            <a:ext cx="627066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494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F4807A3E-7788-2644-8E55-E1327533FF72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1 – RELATO DO PROBLEMA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9ADB5448-DA61-0B46-AF0E-7AD6F06FA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6208" y="3125357"/>
            <a:ext cx="840569" cy="818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21F0C20B-9861-6445-9668-E1DAC6156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6202" y="1144199"/>
            <a:ext cx="834998" cy="846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CD832B06-D3E7-A94D-A7E2-27DAFAFB9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2162" y="2169317"/>
            <a:ext cx="919038" cy="80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E8D84E46-B2A7-9649-9698-EAF01AD0F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55732" y="4038391"/>
            <a:ext cx="865469" cy="790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37921129-9D7E-C049-831D-9F50920A8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89150"/>
              </p:ext>
            </p:extLst>
          </p:nvPr>
        </p:nvGraphicFramePr>
        <p:xfrm>
          <a:off x="231224" y="971890"/>
          <a:ext cx="5224697" cy="385717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24697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821641">
                <a:tc>
                  <a:txBody>
                    <a:bodyPr/>
                    <a:lstStyle/>
                    <a:p>
                      <a:r>
                        <a:rPr lang="pt-BR" sz="2100" dirty="0"/>
                        <a:t>Descrever o problema a ser enfrentado:</a:t>
                      </a:r>
                    </a:p>
                    <a:p>
                      <a:endParaRPr lang="pt-BR" sz="23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035536">
                <a:tc>
                  <a:txBody>
                    <a:bodyPr/>
                    <a:lstStyle/>
                    <a:p>
                      <a:r>
                        <a:rPr lang="pt-BR" sz="1500" dirty="0">
                          <a:solidFill>
                            <a:srgbClr val="FF0000"/>
                          </a:solidFill>
                        </a:rPr>
                        <a:t>PREENCHER.</a:t>
                      </a:r>
                    </a:p>
                    <a:p>
                      <a:endParaRPr lang="pt-BR" sz="15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pt-BR" sz="1500" dirty="0">
                          <a:solidFill>
                            <a:srgbClr val="FF0000"/>
                          </a:solidFill>
                        </a:rPr>
                        <a:t>EX: </a:t>
                      </a:r>
                      <a:r>
                        <a:rPr lang="pt-BR" sz="1500" dirty="0"/>
                        <a:t>Os atendentes fazem ligações para vender os planos por intermédio de telefone e WhatsApp, seguindo posteriormente com o envio e recebimento de e-mail, controlado e gerenciado por tarefas do Outlook (software gerenciador de e-mails).</a:t>
                      </a:r>
                    </a:p>
                    <a:p>
                      <a:endParaRPr lang="pt-BR" sz="1500" dirty="0"/>
                    </a:p>
                    <a:p>
                      <a:r>
                        <a:rPr lang="pt-BR" sz="1500" dirty="0"/>
                        <a:t>Tal fato dificulta o rastreamento das demandas abertas, o acompanhamento do funil de vendas e a retirada de informações gerenciais para a tomada de decisões e a melhoria no processo de captação de novos clientes.</a:t>
                      </a:r>
                      <a:endParaRPr lang="pt-BR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20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F4807A3E-7788-2644-8E55-E1327533FF72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2 – PROPOSTA DE SOLUÇÃO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071927F4-C95A-9147-BCF4-090A75287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9339426"/>
              </p:ext>
            </p:extLst>
          </p:nvPr>
        </p:nvGraphicFramePr>
        <p:xfrm>
          <a:off x="0" y="738188"/>
          <a:ext cx="6825858" cy="4250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00406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F4807A3E-7788-2644-8E55-E1327533FF72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7F3AFE6-C3E3-FC4E-AF93-DC9D768C97D2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DEFINIR SERVIÇOS (  LISTA DE MICROSSERVIÇOS 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533A63A-3461-304D-B88B-7D2BF04E068A}"/>
              </a:ext>
            </a:extLst>
          </p:cNvPr>
          <p:cNvSpPr/>
          <p:nvPr/>
        </p:nvSpPr>
        <p:spPr>
          <a:xfrm>
            <a:off x="234758" y="4733726"/>
            <a:ext cx="3470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EXEMPLO E-COMMERCE (MICROSSERVIÇOS)</a:t>
            </a:r>
            <a:endParaRPr lang="pt-BR" dirty="0"/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6E47D741-4179-F843-BB56-98C9E046A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27454"/>
              </p:ext>
            </p:extLst>
          </p:nvPr>
        </p:nvGraphicFramePr>
        <p:xfrm>
          <a:off x="3905048" y="1360752"/>
          <a:ext cx="2718194" cy="36384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18194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521807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BREVE DESCRIÇÃO: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116643">
                <a:tc>
                  <a:txBody>
                    <a:bodyPr/>
                    <a:lstStyle/>
                    <a:p>
                      <a:r>
                        <a:rPr lang="pt-BR" sz="1500" dirty="0">
                          <a:solidFill>
                            <a:srgbClr val="FF0000"/>
                          </a:solidFill>
                        </a:rPr>
                        <a:t>PREENCHER.</a:t>
                      </a:r>
                    </a:p>
                    <a:p>
                      <a:endParaRPr lang="pt-BR" sz="15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pt-BR" sz="1500" dirty="0">
                          <a:solidFill>
                            <a:srgbClr val="FF0000"/>
                          </a:solidFill>
                        </a:rPr>
                        <a:t>EX: </a:t>
                      </a:r>
                      <a:r>
                        <a:rPr lang="pt-BR" sz="1500" dirty="0"/>
                        <a:t>DESCREVER OS MICROSSERVIÇOS QUE FARÃO PARTE DA SOLUÇÃO E AS FUNCIONALIDADES QUE CADA UM IRÁ PROVER.</a:t>
                      </a:r>
                    </a:p>
                    <a:p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A55118B2-6ADA-0620-DE50-0577C717F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6" y="1931422"/>
            <a:ext cx="3769028" cy="21398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314049E-2193-8448-5D50-895096A52588}"/>
              </a:ext>
            </a:extLst>
          </p:cNvPr>
          <p:cNvSpPr txBox="1"/>
          <p:nvPr/>
        </p:nvSpPr>
        <p:spPr>
          <a:xfrm>
            <a:off x="4805298" y="427528"/>
            <a:ext cx="20031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https://excalidraw.com/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68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 preto sobre fundo branco&#10;&#10;Descrição gerada automaticamente">
            <a:extLst>
              <a:ext uri="{FF2B5EF4-FFF2-40B4-BE49-F238E27FC236}">
                <a16:creationId xmlns:a16="http://schemas.microsoft.com/office/drawing/2014/main" id="{BF5F2AAF-3A8D-324D-A276-46195DA2E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6" y="1238311"/>
            <a:ext cx="4079019" cy="2427241"/>
          </a:xfrm>
          <a:prstGeom prst="rect">
            <a:avLst/>
          </a:prstGeom>
        </p:spPr>
      </p:pic>
      <p:sp>
        <p:nvSpPr>
          <p:cNvPr id="25" name="Título 1">
            <a:extLst>
              <a:ext uri="{FF2B5EF4-FFF2-40B4-BE49-F238E27FC236}">
                <a16:creationId xmlns:a16="http://schemas.microsoft.com/office/drawing/2014/main" id="{F4807A3E-7788-2644-8E55-E1327533FF72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7F3AFE6-C3E3-FC4E-AF93-DC9D768C97D2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INSERIR ESTRUTURA DAS BASES DE DADOS DE CADA MICROSSERVIÇO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2F7171B2-EC4D-414A-8926-6019EDC12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646317"/>
              </p:ext>
            </p:extLst>
          </p:nvPr>
        </p:nvGraphicFramePr>
        <p:xfrm>
          <a:off x="4240306" y="1311256"/>
          <a:ext cx="2445469" cy="235429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45469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401925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BREVE DESCRIÇÃO: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1952371">
                <a:tc>
                  <a:txBody>
                    <a:bodyPr/>
                    <a:lstStyle/>
                    <a:p>
                      <a:r>
                        <a:rPr lang="pt-BR" sz="1500" dirty="0">
                          <a:solidFill>
                            <a:srgbClr val="FF0000"/>
                          </a:solidFill>
                        </a:rPr>
                        <a:t>PREENCHER.</a:t>
                      </a:r>
                    </a:p>
                    <a:p>
                      <a:endParaRPr lang="pt-BR" sz="15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pt-BR" sz="1500" dirty="0">
                          <a:solidFill>
                            <a:srgbClr val="FF0000"/>
                          </a:solidFill>
                        </a:rPr>
                        <a:t>EX: </a:t>
                      </a:r>
                      <a:r>
                        <a:rPr lang="pt-BR" sz="1500" dirty="0"/>
                        <a:t>DESCREVER AS BASES DE DADOS, INCLUINDO </a:t>
                      </a:r>
                      <a:r>
                        <a:rPr lang="pt-BR" sz="1500"/>
                        <a:t>POSSÍVEIS RELACIONAMENTOS</a:t>
                      </a:r>
                      <a:endParaRPr lang="pt-BR" sz="1500" dirty="0"/>
                    </a:p>
                    <a:p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7D707A7B-A533-B242-81DF-F7D49F9E4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99346"/>
              </p:ext>
            </p:extLst>
          </p:nvPr>
        </p:nvGraphicFramePr>
        <p:xfrm>
          <a:off x="95416" y="3789184"/>
          <a:ext cx="1550428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0428">
                  <a:extLst>
                    <a:ext uri="{9D8B030D-6E8A-4147-A177-3AD203B41FA5}">
                      <a16:colId xmlns:a16="http://schemas.microsoft.com/office/drawing/2014/main" val="2981089496"/>
                    </a:ext>
                  </a:extLst>
                </a:gridCol>
              </a:tblGrid>
              <a:tr h="236826">
                <a:tc>
                  <a:txBody>
                    <a:bodyPr/>
                    <a:lstStyle/>
                    <a:p>
                      <a:r>
                        <a:rPr lang="pt-BR" dirty="0"/>
                        <a:t>Passageiro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240108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r>
                        <a:rPr lang="pt-BR" dirty="0" err="1"/>
                        <a:t>idPassageiro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358692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r>
                        <a:rPr lang="pt-BR" dirty="0" err="1"/>
                        <a:t>nomePassageiro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061481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r>
                        <a:rPr lang="pt-BR" dirty="0"/>
                        <a:t>..</a:t>
                      </a:r>
                      <a:r>
                        <a:rPr lang="pt-BR" dirty="0" err="1"/>
                        <a:t>dadosPassageiro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482855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41ED61D-0F9D-DD4E-8619-F5FF219CD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05307"/>
              </p:ext>
            </p:extLst>
          </p:nvPr>
        </p:nvGraphicFramePr>
        <p:xfrm>
          <a:off x="3785461" y="3782136"/>
          <a:ext cx="1462476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2476">
                  <a:extLst>
                    <a:ext uri="{9D8B030D-6E8A-4147-A177-3AD203B41FA5}">
                      <a16:colId xmlns:a16="http://schemas.microsoft.com/office/drawing/2014/main" val="2981089496"/>
                    </a:ext>
                  </a:extLst>
                </a:gridCol>
              </a:tblGrid>
              <a:tr h="236826">
                <a:tc>
                  <a:txBody>
                    <a:bodyPr/>
                    <a:lstStyle/>
                    <a:p>
                      <a:r>
                        <a:rPr lang="pt-BR" dirty="0"/>
                        <a:t>Motorista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240108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r>
                        <a:rPr lang="pt-BR" dirty="0" err="1"/>
                        <a:t>idMotorista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358692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r>
                        <a:rPr lang="pt-BR" b="1" dirty="0" err="1"/>
                        <a:t>idCarro</a:t>
                      </a:r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061481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r>
                        <a:rPr lang="pt-BR" dirty="0"/>
                        <a:t>..</a:t>
                      </a:r>
                      <a:r>
                        <a:rPr lang="pt-BR" dirty="0" err="1"/>
                        <a:t>dadosMotorista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482855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43686C3C-91E2-734A-8A14-F9671C8A3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229177"/>
              </p:ext>
            </p:extLst>
          </p:nvPr>
        </p:nvGraphicFramePr>
        <p:xfrm>
          <a:off x="1797558" y="3782136"/>
          <a:ext cx="1836189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36189">
                  <a:extLst>
                    <a:ext uri="{9D8B030D-6E8A-4147-A177-3AD203B41FA5}">
                      <a16:colId xmlns:a16="http://schemas.microsoft.com/office/drawing/2014/main" val="2981089496"/>
                    </a:ext>
                  </a:extLst>
                </a:gridCol>
              </a:tblGrid>
              <a:tr h="236826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Corrida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240108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pPr algn="ctr"/>
                      <a:r>
                        <a:rPr lang="pt-BR" b="1" dirty="0" err="1"/>
                        <a:t>idPassag</a:t>
                      </a:r>
                      <a:r>
                        <a:rPr lang="pt-BR" dirty="0"/>
                        <a:t>, </a:t>
                      </a:r>
                      <a:r>
                        <a:rPr lang="pt-BR" b="1" dirty="0" err="1"/>
                        <a:t>idMotorista</a:t>
                      </a:r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358692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dataCorrida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061481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valorCorrida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482855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AE42B77A-157C-BF46-A0FD-83CBF35A3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794693"/>
              </p:ext>
            </p:extLst>
          </p:nvPr>
        </p:nvGraphicFramePr>
        <p:xfrm>
          <a:off x="5399651" y="3789184"/>
          <a:ext cx="1286124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6124">
                  <a:extLst>
                    <a:ext uri="{9D8B030D-6E8A-4147-A177-3AD203B41FA5}">
                      <a16:colId xmlns:a16="http://schemas.microsoft.com/office/drawing/2014/main" val="2981089496"/>
                    </a:ext>
                  </a:extLst>
                </a:gridCol>
              </a:tblGrid>
              <a:tr h="236826">
                <a:tc>
                  <a:txBody>
                    <a:bodyPr/>
                    <a:lstStyle/>
                    <a:p>
                      <a:r>
                        <a:rPr lang="pt-BR" dirty="0"/>
                        <a:t>Carro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240108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r>
                        <a:rPr lang="pt-BR" dirty="0" err="1"/>
                        <a:t>idCarro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358692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r>
                        <a:rPr lang="pt-BR" dirty="0" err="1"/>
                        <a:t>placaCarro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061481"/>
                  </a:ext>
                </a:extLst>
              </a:tr>
              <a:tr h="236826">
                <a:tc>
                  <a:txBody>
                    <a:bodyPr/>
                    <a:lstStyle/>
                    <a:p>
                      <a:r>
                        <a:rPr lang="pt-BR" dirty="0"/>
                        <a:t>..</a:t>
                      </a:r>
                      <a:r>
                        <a:rPr lang="pt-BR" dirty="0" err="1"/>
                        <a:t>dadosCarro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482855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25720994-DFCE-2046-B571-678C4449D59C}"/>
              </a:ext>
            </a:extLst>
          </p:cNvPr>
          <p:cNvSpPr/>
          <p:nvPr/>
        </p:nvSpPr>
        <p:spPr>
          <a:xfrm>
            <a:off x="4903684" y="452682"/>
            <a:ext cx="18221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5"/>
              </a:rPr>
              <a:t>https://dbdiagram.io/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45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F4807A3E-7788-2644-8E55-E1327533FF72}"/>
              </a:ext>
            </a:extLst>
          </p:cNvPr>
          <p:cNvSpPr txBox="1">
            <a:spLocks/>
          </p:cNvSpPr>
          <p:nvPr/>
        </p:nvSpPr>
        <p:spPr>
          <a:xfrm>
            <a:off x="539553" y="260648"/>
            <a:ext cx="508539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2400" dirty="0">
                <a:solidFill>
                  <a:srgbClr val="626E73"/>
                </a:solidFill>
                <a:latin typeface="Gotham HTF Light"/>
                <a:ea typeface="+mn-ea"/>
              </a:rPr>
              <a:t>3 – TOPOLOGIA DA SOLUÇÃO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806890" y="149061"/>
            <a:ext cx="884670" cy="138982"/>
            <a:chOff x="7919542" y="328894"/>
            <a:chExt cx="957000" cy="150345"/>
          </a:xfrm>
        </p:grpSpPr>
        <p:pic>
          <p:nvPicPr>
            <p:cNvPr id="19" name="Imagem 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1" name="Picture 20" descr="mba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25720994-DFCE-2046-B571-678C4449D59C}"/>
              </a:ext>
            </a:extLst>
          </p:cNvPr>
          <p:cNvSpPr/>
          <p:nvPr/>
        </p:nvSpPr>
        <p:spPr>
          <a:xfrm>
            <a:off x="4903684" y="452682"/>
            <a:ext cx="13926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4"/>
              </a:rPr>
              <a:t>https://draw.io/</a:t>
            </a:r>
            <a:r>
              <a:rPr lang="pt-BR" dirty="0"/>
              <a:t> </a:t>
            </a:r>
          </a:p>
        </p:txBody>
      </p:sp>
      <p:cxnSp>
        <p:nvCxnSpPr>
          <p:cNvPr id="20" name="Straight Connector 15">
            <a:extLst>
              <a:ext uri="{FF2B5EF4-FFF2-40B4-BE49-F238E27FC236}">
                <a16:creationId xmlns:a16="http://schemas.microsoft.com/office/drawing/2014/main" id="{0440A149-8B4F-9649-A04E-9BB58890EA2D}"/>
              </a:ext>
            </a:extLst>
          </p:cNvPr>
          <p:cNvCxnSpPr/>
          <p:nvPr/>
        </p:nvCxnSpPr>
        <p:spPr>
          <a:xfrm>
            <a:off x="539553" y="749479"/>
            <a:ext cx="343360" cy="0"/>
          </a:xfrm>
          <a:prstGeom prst="line">
            <a:avLst/>
          </a:prstGeom>
          <a:ln w="508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855C7F5-4196-6945-9D3D-2C1918318D0E}"/>
              </a:ext>
            </a:extLst>
          </p:cNvPr>
          <p:cNvSpPr txBox="1"/>
          <p:nvPr/>
        </p:nvSpPr>
        <p:spPr>
          <a:xfrm>
            <a:off x="234758" y="884091"/>
            <a:ext cx="6388484" cy="307777"/>
          </a:xfrm>
          <a:prstGeom prst="rect">
            <a:avLst/>
          </a:prstGeom>
          <a:solidFill>
            <a:srgbClr val="F2F2F2"/>
          </a:solidFill>
          <a:ln w="38100"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INSERIR TOPOLOGIA ( PIPELINE DE DADOS PARA USO EM MACHINE LEARNING? )</a:t>
            </a:r>
          </a:p>
        </p:txBody>
      </p:sp>
      <p:graphicFrame>
        <p:nvGraphicFramePr>
          <p:cNvPr id="27" name="Tabela 26">
            <a:extLst>
              <a:ext uri="{FF2B5EF4-FFF2-40B4-BE49-F238E27FC236}">
                <a16:creationId xmlns:a16="http://schemas.microsoft.com/office/drawing/2014/main" id="{ADE51DD0-A3D6-A141-BADE-2B9ECEAB4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273025"/>
              </p:ext>
            </p:extLst>
          </p:nvPr>
        </p:nvGraphicFramePr>
        <p:xfrm>
          <a:off x="4240306" y="1311255"/>
          <a:ext cx="2382935" cy="368794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82935">
                  <a:extLst>
                    <a:ext uri="{9D8B030D-6E8A-4147-A177-3AD203B41FA5}">
                      <a16:colId xmlns:a16="http://schemas.microsoft.com/office/drawing/2014/main" val="1487149640"/>
                    </a:ext>
                  </a:extLst>
                </a:gridCol>
              </a:tblGrid>
              <a:tr h="528906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BREVE DESCRIÇÃO: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84658956"/>
                  </a:ext>
                </a:extLst>
              </a:tr>
              <a:tr h="3159041">
                <a:tc>
                  <a:txBody>
                    <a:bodyPr/>
                    <a:lstStyle/>
                    <a:p>
                      <a:r>
                        <a:rPr lang="pt-BR" sz="1500" dirty="0">
                          <a:solidFill>
                            <a:srgbClr val="FF0000"/>
                          </a:solidFill>
                        </a:rPr>
                        <a:t>PREENCHER.</a:t>
                      </a:r>
                    </a:p>
                    <a:p>
                      <a:endParaRPr lang="pt-BR" sz="15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pt-BR" sz="1500" dirty="0">
                          <a:solidFill>
                            <a:srgbClr val="FF0000"/>
                          </a:solidFill>
                        </a:rPr>
                        <a:t>EX: </a:t>
                      </a:r>
                      <a:r>
                        <a:rPr lang="pt-BR" sz="1500" b="1" dirty="0"/>
                        <a:t>DESCREVER AS ORIGENS </a:t>
                      </a:r>
                      <a:r>
                        <a:rPr lang="pt-BR" sz="1500" dirty="0"/>
                        <a:t>DAS INFORMAÇÕES E A FUNÇÃO DOS </a:t>
                      </a:r>
                      <a:r>
                        <a:rPr lang="pt-BR" sz="1500" b="1" dirty="0"/>
                        <a:t>COMPONENTES</a:t>
                      </a:r>
                      <a:r>
                        <a:rPr lang="pt-BR" sz="1500" dirty="0"/>
                        <a:t> QUE FIZEREM PARTE DA TOPOLOGIA E QUAIS CASOS DE USOS E </a:t>
                      </a:r>
                      <a:r>
                        <a:rPr lang="pt-BR" sz="1500" b="1" dirty="0"/>
                        <a:t>BENEFÍCIOS AO NEGÓCIO </a:t>
                      </a:r>
                      <a:r>
                        <a:rPr lang="pt-BR" sz="1500" dirty="0"/>
                        <a:t>SERÃO GERADOS A PARTIR DO CONSUMO DE CADA DADO.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78660924"/>
                  </a:ext>
                </a:extLst>
              </a:tr>
            </a:tbl>
          </a:graphicData>
        </a:graphic>
      </p:graphicFrame>
      <p:pic>
        <p:nvPicPr>
          <p:cNvPr id="15" name="Picture 2">
            <a:extLst>
              <a:ext uri="{FF2B5EF4-FFF2-40B4-BE49-F238E27FC236}">
                <a16:creationId xmlns:a16="http://schemas.microsoft.com/office/drawing/2014/main" id="{F0E3C05A-04AE-9842-91DD-C3ED6E6107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373" r="16103" b="9803"/>
          <a:stretch/>
        </p:blipFill>
        <p:spPr bwMode="auto">
          <a:xfrm>
            <a:off x="79610" y="1556615"/>
            <a:ext cx="4039165" cy="333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1F1C8BF-58ED-024F-A89A-28291B2512B6}"/>
              </a:ext>
            </a:extLst>
          </p:cNvPr>
          <p:cNvSpPr/>
          <p:nvPr/>
        </p:nvSpPr>
        <p:spPr>
          <a:xfrm>
            <a:off x="0" y="1515567"/>
            <a:ext cx="1326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MICROSSERVIÇOS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6638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</TotalTime>
  <Words>405</Words>
  <Application>Microsoft Macintosh PowerPoint</Application>
  <PresentationFormat>Personalizar</PresentationFormat>
  <Paragraphs>80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Gotham HTF Bold</vt:lpstr>
      <vt:lpstr>Gotham HTF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Adriano</dc:creator>
  <cp:lastModifiedBy>André Pontes Sampaio</cp:lastModifiedBy>
  <cp:revision>63</cp:revision>
  <dcterms:created xsi:type="dcterms:W3CDTF">2019-02-14T16:56:41Z</dcterms:created>
  <dcterms:modified xsi:type="dcterms:W3CDTF">2025-04-30T17:30:28Z</dcterms:modified>
</cp:coreProperties>
</file>